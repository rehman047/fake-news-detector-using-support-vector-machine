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5F633C-05F7-404A-948C-C7ACB85E7A6A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4D29C69-F63C-4C18-B919-4A52A9EE7F6A}">
      <dgm:prSet/>
      <dgm:spPr/>
      <dgm:t>
        <a:bodyPr/>
        <a:lstStyle/>
        <a:p>
          <a:r>
            <a:rPr lang="en-PK" b="0" i="0" baseline="0"/>
            <a:t>Misinformation spreads rapidly online.</a:t>
          </a:r>
          <a:endParaRPr lang="en-US"/>
        </a:p>
      </dgm:t>
    </dgm:pt>
    <dgm:pt modelId="{16E95558-648A-43E7-A588-2D7CE5DE9783}" type="parTrans" cxnId="{D554BF3D-A634-4E2E-B491-C2DCEC049050}">
      <dgm:prSet/>
      <dgm:spPr/>
      <dgm:t>
        <a:bodyPr/>
        <a:lstStyle/>
        <a:p>
          <a:endParaRPr lang="en-US"/>
        </a:p>
      </dgm:t>
    </dgm:pt>
    <dgm:pt modelId="{39ADB05A-C777-48A3-93D9-4563072CCFAB}" type="sibTrans" cxnId="{D554BF3D-A634-4E2E-B491-C2DCEC049050}">
      <dgm:prSet/>
      <dgm:spPr/>
      <dgm:t>
        <a:bodyPr/>
        <a:lstStyle/>
        <a:p>
          <a:endParaRPr lang="en-US"/>
        </a:p>
      </dgm:t>
    </dgm:pt>
    <dgm:pt modelId="{997E5C06-A75E-4D11-82F2-3875B0E096EA}">
      <dgm:prSet/>
      <dgm:spPr/>
      <dgm:t>
        <a:bodyPr/>
        <a:lstStyle/>
        <a:p>
          <a:r>
            <a:rPr lang="en-PK" b="0" i="0" baseline="0"/>
            <a:t>Automatic detection is essential to maintain reliability.</a:t>
          </a:r>
          <a:endParaRPr lang="en-US"/>
        </a:p>
      </dgm:t>
    </dgm:pt>
    <dgm:pt modelId="{61658AD0-6FFB-4323-9E1B-FE70B517236C}" type="parTrans" cxnId="{7A40A365-0283-46F4-9467-2EA1CCB5D817}">
      <dgm:prSet/>
      <dgm:spPr/>
      <dgm:t>
        <a:bodyPr/>
        <a:lstStyle/>
        <a:p>
          <a:endParaRPr lang="en-US"/>
        </a:p>
      </dgm:t>
    </dgm:pt>
    <dgm:pt modelId="{6B8CE3D5-0F19-4DFA-8434-7F21F2EE62DB}" type="sibTrans" cxnId="{7A40A365-0283-46F4-9467-2EA1CCB5D817}">
      <dgm:prSet/>
      <dgm:spPr/>
      <dgm:t>
        <a:bodyPr/>
        <a:lstStyle/>
        <a:p>
          <a:endParaRPr lang="en-US"/>
        </a:p>
      </dgm:t>
    </dgm:pt>
    <dgm:pt modelId="{0A4B1152-18F8-471A-86B0-DFF0E9833353}">
      <dgm:prSet/>
      <dgm:spPr/>
      <dgm:t>
        <a:bodyPr/>
        <a:lstStyle/>
        <a:p>
          <a:r>
            <a:rPr lang="en-PK" b="0" i="0" baseline="0"/>
            <a:t>Machine learning can help identify fake news efficiently.</a:t>
          </a:r>
          <a:endParaRPr lang="en-US"/>
        </a:p>
      </dgm:t>
    </dgm:pt>
    <dgm:pt modelId="{EFB17000-C07F-46C2-B5D2-B936D81B005F}" type="parTrans" cxnId="{68357654-AA19-4E81-839D-ECBD52CB235F}">
      <dgm:prSet/>
      <dgm:spPr/>
      <dgm:t>
        <a:bodyPr/>
        <a:lstStyle/>
        <a:p>
          <a:endParaRPr lang="en-US"/>
        </a:p>
      </dgm:t>
    </dgm:pt>
    <dgm:pt modelId="{6273678D-E634-4C17-9D35-677588D21A68}" type="sibTrans" cxnId="{68357654-AA19-4E81-839D-ECBD52CB235F}">
      <dgm:prSet/>
      <dgm:spPr/>
      <dgm:t>
        <a:bodyPr/>
        <a:lstStyle/>
        <a:p>
          <a:endParaRPr lang="en-US"/>
        </a:p>
      </dgm:t>
    </dgm:pt>
    <dgm:pt modelId="{9567F667-91B3-4C6E-9347-0BE835D9C379}" type="pres">
      <dgm:prSet presAssocID="{5B5F633C-05F7-404A-948C-C7ACB85E7A6A}" presName="diagram" presStyleCnt="0">
        <dgm:presLayoutVars>
          <dgm:dir/>
          <dgm:resizeHandles val="exact"/>
        </dgm:presLayoutVars>
      </dgm:prSet>
      <dgm:spPr/>
    </dgm:pt>
    <dgm:pt modelId="{2D259D9B-8E70-4945-952A-8F580592E124}" type="pres">
      <dgm:prSet presAssocID="{E4D29C69-F63C-4C18-B919-4A52A9EE7F6A}" presName="node" presStyleLbl="node1" presStyleIdx="0" presStyleCnt="3">
        <dgm:presLayoutVars>
          <dgm:bulletEnabled val="1"/>
        </dgm:presLayoutVars>
      </dgm:prSet>
      <dgm:spPr/>
    </dgm:pt>
    <dgm:pt modelId="{0BB28035-728C-4E7F-B135-5799EC29CCF7}" type="pres">
      <dgm:prSet presAssocID="{39ADB05A-C777-48A3-93D9-4563072CCFAB}" presName="sibTrans" presStyleCnt="0"/>
      <dgm:spPr/>
    </dgm:pt>
    <dgm:pt modelId="{0953604A-28F0-450C-B721-D568DB8538FC}" type="pres">
      <dgm:prSet presAssocID="{997E5C06-A75E-4D11-82F2-3875B0E096EA}" presName="node" presStyleLbl="node1" presStyleIdx="1" presStyleCnt="3">
        <dgm:presLayoutVars>
          <dgm:bulletEnabled val="1"/>
        </dgm:presLayoutVars>
      </dgm:prSet>
      <dgm:spPr/>
    </dgm:pt>
    <dgm:pt modelId="{B1F9540E-7A96-4E84-864C-C29FAE810E49}" type="pres">
      <dgm:prSet presAssocID="{6B8CE3D5-0F19-4DFA-8434-7F21F2EE62DB}" presName="sibTrans" presStyleCnt="0"/>
      <dgm:spPr/>
    </dgm:pt>
    <dgm:pt modelId="{FA348284-4915-4994-8392-234A87B95F64}" type="pres">
      <dgm:prSet presAssocID="{0A4B1152-18F8-471A-86B0-DFF0E9833353}" presName="node" presStyleLbl="node1" presStyleIdx="2" presStyleCnt="3">
        <dgm:presLayoutVars>
          <dgm:bulletEnabled val="1"/>
        </dgm:presLayoutVars>
      </dgm:prSet>
      <dgm:spPr/>
    </dgm:pt>
  </dgm:ptLst>
  <dgm:cxnLst>
    <dgm:cxn modelId="{D554BF3D-A634-4E2E-B491-C2DCEC049050}" srcId="{5B5F633C-05F7-404A-948C-C7ACB85E7A6A}" destId="{E4D29C69-F63C-4C18-B919-4A52A9EE7F6A}" srcOrd="0" destOrd="0" parTransId="{16E95558-648A-43E7-A588-2D7CE5DE9783}" sibTransId="{39ADB05A-C777-48A3-93D9-4563072CCFAB}"/>
    <dgm:cxn modelId="{7A40A365-0283-46F4-9467-2EA1CCB5D817}" srcId="{5B5F633C-05F7-404A-948C-C7ACB85E7A6A}" destId="{997E5C06-A75E-4D11-82F2-3875B0E096EA}" srcOrd="1" destOrd="0" parTransId="{61658AD0-6FFB-4323-9E1B-FE70B517236C}" sibTransId="{6B8CE3D5-0F19-4DFA-8434-7F21F2EE62DB}"/>
    <dgm:cxn modelId="{68357654-AA19-4E81-839D-ECBD52CB235F}" srcId="{5B5F633C-05F7-404A-948C-C7ACB85E7A6A}" destId="{0A4B1152-18F8-471A-86B0-DFF0E9833353}" srcOrd="2" destOrd="0" parTransId="{EFB17000-C07F-46C2-B5D2-B936D81B005F}" sibTransId="{6273678D-E634-4C17-9D35-677588D21A68}"/>
    <dgm:cxn modelId="{698F3AB8-F387-4007-BAE7-37FD03A9BF35}" type="presOf" srcId="{E4D29C69-F63C-4C18-B919-4A52A9EE7F6A}" destId="{2D259D9B-8E70-4945-952A-8F580592E124}" srcOrd="0" destOrd="0" presId="urn:microsoft.com/office/officeart/2005/8/layout/default"/>
    <dgm:cxn modelId="{F78B1EBE-DF39-4496-AE31-BEA187028439}" type="presOf" srcId="{5B5F633C-05F7-404A-948C-C7ACB85E7A6A}" destId="{9567F667-91B3-4C6E-9347-0BE835D9C379}" srcOrd="0" destOrd="0" presId="urn:microsoft.com/office/officeart/2005/8/layout/default"/>
    <dgm:cxn modelId="{802223D1-D7B4-4020-BCC7-764BD71B3AF2}" type="presOf" srcId="{0A4B1152-18F8-471A-86B0-DFF0E9833353}" destId="{FA348284-4915-4994-8392-234A87B95F64}" srcOrd="0" destOrd="0" presId="urn:microsoft.com/office/officeart/2005/8/layout/default"/>
    <dgm:cxn modelId="{2F7A71ED-C56D-4694-BC2A-E79FCBFA976A}" type="presOf" srcId="{997E5C06-A75E-4D11-82F2-3875B0E096EA}" destId="{0953604A-28F0-450C-B721-D568DB8538FC}" srcOrd="0" destOrd="0" presId="urn:microsoft.com/office/officeart/2005/8/layout/default"/>
    <dgm:cxn modelId="{C9F8B802-37AA-4FD1-B991-281A6CCCCF47}" type="presParOf" srcId="{9567F667-91B3-4C6E-9347-0BE835D9C379}" destId="{2D259D9B-8E70-4945-952A-8F580592E124}" srcOrd="0" destOrd="0" presId="urn:microsoft.com/office/officeart/2005/8/layout/default"/>
    <dgm:cxn modelId="{48397DDF-327A-46FD-B70E-69D5D8B5295D}" type="presParOf" srcId="{9567F667-91B3-4C6E-9347-0BE835D9C379}" destId="{0BB28035-728C-4E7F-B135-5799EC29CCF7}" srcOrd="1" destOrd="0" presId="urn:microsoft.com/office/officeart/2005/8/layout/default"/>
    <dgm:cxn modelId="{DCDDACF0-8A59-44BD-9CF5-872192DE5E59}" type="presParOf" srcId="{9567F667-91B3-4C6E-9347-0BE835D9C379}" destId="{0953604A-28F0-450C-B721-D568DB8538FC}" srcOrd="2" destOrd="0" presId="urn:microsoft.com/office/officeart/2005/8/layout/default"/>
    <dgm:cxn modelId="{36BA5434-0425-4F0B-B9F1-09B6CCFBE3F1}" type="presParOf" srcId="{9567F667-91B3-4C6E-9347-0BE835D9C379}" destId="{B1F9540E-7A96-4E84-864C-C29FAE810E49}" srcOrd="3" destOrd="0" presId="urn:microsoft.com/office/officeart/2005/8/layout/default"/>
    <dgm:cxn modelId="{6D515A98-D8BC-4ABC-B77F-E07FB2D27180}" type="presParOf" srcId="{9567F667-91B3-4C6E-9347-0BE835D9C379}" destId="{FA348284-4915-4994-8392-234A87B95F6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94C72F-0AED-414F-B57D-12ACC5C4AB6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EABF6A-9088-42D2-9B33-2247FC417523}">
      <dgm:prSet/>
      <dgm:spPr/>
      <dgm:t>
        <a:bodyPr/>
        <a:lstStyle/>
        <a:p>
          <a:r>
            <a:rPr lang="en-PK" b="0" i="0" baseline="0"/>
            <a:t>Manual verification of news is impossible due to data volume.</a:t>
          </a:r>
          <a:endParaRPr lang="en-US" b="0" i="0" baseline="0"/>
        </a:p>
      </dgm:t>
    </dgm:pt>
    <dgm:pt modelId="{E157075E-177D-4CC2-A1F0-AA0EC2989232}" type="parTrans" cxnId="{5903A8F3-36C5-4517-B5CF-5420D168191D}">
      <dgm:prSet/>
      <dgm:spPr/>
      <dgm:t>
        <a:bodyPr/>
        <a:lstStyle/>
        <a:p>
          <a:endParaRPr lang="en-US"/>
        </a:p>
      </dgm:t>
    </dgm:pt>
    <dgm:pt modelId="{75DF1C62-4C23-413E-ADE2-7781F8C92208}" type="sibTrans" cxnId="{5903A8F3-36C5-4517-B5CF-5420D168191D}">
      <dgm:prSet/>
      <dgm:spPr/>
      <dgm:t>
        <a:bodyPr/>
        <a:lstStyle/>
        <a:p>
          <a:endParaRPr lang="en-US"/>
        </a:p>
      </dgm:t>
    </dgm:pt>
    <dgm:pt modelId="{C338AE62-C2DF-4C49-9A90-DF8597CA0F5C}">
      <dgm:prSet/>
      <dgm:spPr/>
      <dgm:t>
        <a:bodyPr/>
        <a:lstStyle/>
        <a:p>
          <a:r>
            <a:rPr lang="en-PK" b="0" i="0" baseline="0"/>
            <a:t>Automated system needed to classify news as Fake or Real.</a:t>
          </a:r>
          <a:endParaRPr lang="en-US"/>
        </a:p>
      </dgm:t>
    </dgm:pt>
    <dgm:pt modelId="{C9A3DA10-57D9-4F6B-A987-1836BB5F4099}" type="parTrans" cxnId="{7D4A8E9A-362B-43C5-BAE9-8737D7D0F637}">
      <dgm:prSet/>
      <dgm:spPr/>
      <dgm:t>
        <a:bodyPr/>
        <a:lstStyle/>
        <a:p>
          <a:endParaRPr lang="en-US"/>
        </a:p>
      </dgm:t>
    </dgm:pt>
    <dgm:pt modelId="{30D7670A-2C5A-441D-8103-FE6199BAD105}" type="sibTrans" cxnId="{7D4A8E9A-362B-43C5-BAE9-8737D7D0F637}">
      <dgm:prSet/>
      <dgm:spPr/>
      <dgm:t>
        <a:bodyPr/>
        <a:lstStyle/>
        <a:p>
          <a:endParaRPr lang="en-US"/>
        </a:p>
      </dgm:t>
    </dgm:pt>
    <dgm:pt modelId="{FF68D758-0654-49F2-9F4D-17530435763D}">
      <dgm:prSet/>
      <dgm:spPr/>
      <dgm:t>
        <a:bodyPr/>
        <a:lstStyle/>
        <a:p>
          <a:r>
            <a:rPr lang="en-US" b="0" i="0" baseline="0"/>
            <a:t>61.9</a:t>
          </a:r>
          <a:r>
            <a:rPr lang="en-PK" b="0" i="0" baseline="0"/>
            <a:t>% of online news may be false.</a:t>
          </a:r>
          <a:endParaRPr lang="en-US"/>
        </a:p>
      </dgm:t>
    </dgm:pt>
    <dgm:pt modelId="{14E85DC1-65F3-40A4-AE47-18233D1A72CC}" type="parTrans" cxnId="{912E4A6E-DFBD-472D-BC2C-8C3748D1BE9F}">
      <dgm:prSet/>
      <dgm:spPr/>
      <dgm:t>
        <a:bodyPr/>
        <a:lstStyle/>
        <a:p>
          <a:endParaRPr lang="en-US"/>
        </a:p>
      </dgm:t>
    </dgm:pt>
    <dgm:pt modelId="{E80E5B47-6DE6-4897-BF97-4332528B6291}" type="sibTrans" cxnId="{912E4A6E-DFBD-472D-BC2C-8C3748D1BE9F}">
      <dgm:prSet/>
      <dgm:spPr/>
      <dgm:t>
        <a:bodyPr/>
        <a:lstStyle/>
        <a:p>
          <a:endParaRPr lang="en-US"/>
        </a:p>
      </dgm:t>
    </dgm:pt>
    <dgm:pt modelId="{EDA0756B-0913-4326-8EBD-43EC209ADE25}" type="pres">
      <dgm:prSet presAssocID="{0394C72F-0AED-414F-B57D-12ACC5C4AB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BF3BE5-45C0-4891-8E6B-30F852CBC82D}" type="pres">
      <dgm:prSet presAssocID="{63EABF6A-9088-42D2-9B33-2247FC417523}" presName="hierRoot1" presStyleCnt="0"/>
      <dgm:spPr/>
    </dgm:pt>
    <dgm:pt modelId="{E73F4410-50CF-4FA7-9C22-80E9CDFD54A3}" type="pres">
      <dgm:prSet presAssocID="{63EABF6A-9088-42D2-9B33-2247FC417523}" presName="composite" presStyleCnt="0"/>
      <dgm:spPr/>
    </dgm:pt>
    <dgm:pt modelId="{0017BD94-A5CE-4E4E-B57B-4B4EC2AF0333}" type="pres">
      <dgm:prSet presAssocID="{63EABF6A-9088-42D2-9B33-2247FC417523}" presName="background" presStyleLbl="node0" presStyleIdx="0" presStyleCnt="3"/>
      <dgm:spPr/>
    </dgm:pt>
    <dgm:pt modelId="{CC3378E1-48CB-41F4-A52B-83C92A8DFF6A}" type="pres">
      <dgm:prSet presAssocID="{63EABF6A-9088-42D2-9B33-2247FC417523}" presName="text" presStyleLbl="fgAcc0" presStyleIdx="0" presStyleCnt="3">
        <dgm:presLayoutVars>
          <dgm:chPref val="3"/>
        </dgm:presLayoutVars>
      </dgm:prSet>
      <dgm:spPr/>
    </dgm:pt>
    <dgm:pt modelId="{128D2E2D-3932-4730-A590-AC53A94B1199}" type="pres">
      <dgm:prSet presAssocID="{63EABF6A-9088-42D2-9B33-2247FC417523}" presName="hierChild2" presStyleCnt="0"/>
      <dgm:spPr/>
    </dgm:pt>
    <dgm:pt modelId="{AD3E27C1-B74B-4017-A94B-35614CBBE51C}" type="pres">
      <dgm:prSet presAssocID="{C338AE62-C2DF-4C49-9A90-DF8597CA0F5C}" presName="hierRoot1" presStyleCnt="0"/>
      <dgm:spPr/>
    </dgm:pt>
    <dgm:pt modelId="{A0636E3B-7CEB-4D33-BA97-0E5B4C8A0A09}" type="pres">
      <dgm:prSet presAssocID="{C338AE62-C2DF-4C49-9A90-DF8597CA0F5C}" presName="composite" presStyleCnt="0"/>
      <dgm:spPr/>
    </dgm:pt>
    <dgm:pt modelId="{DF97A42B-09B4-471F-9408-DEE6E798A41B}" type="pres">
      <dgm:prSet presAssocID="{C338AE62-C2DF-4C49-9A90-DF8597CA0F5C}" presName="background" presStyleLbl="node0" presStyleIdx="1" presStyleCnt="3"/>
      <dgm:spPr/>
    </dgm:pt>
    <dgm:pt modelId="{6C6C4532-1AA2-4D3F-B246-2D9438DB4407}" type="pres">
      <dgm:prSet presAssocID="{C338AE62-C2DF-4C49-9A90-DF8597CA0F5C}" presName="text" presStyleLbl="fgAcc0" presStyleIdx="1" presStyleCnt="3">
        <dgm:presLayoutVars>
          <dgm:chPref val="3"/>
        </dgm:presLayoutVars>
      </dgm:prSet>
      <dgm:spPr/>
    </dgm:pt>
    <dgm:pt modelId="{D7C3DE54-01CC-4AD3-B639-AC3DB15B5705}" type="pres">
      <dgm:prSet presAssocID="{C338AE62-C2DF-4C49-9A90-DF8597CA0F5C}" presName="hierChild2" presStyleCnt="0"/>
      <dgm:spPr/>
    </dgm:pt>
    <dgm:pt modelId="{D78843EF-8D24-4940-95EB-6F21D4E00A48}" type="pres">
      <dgm:prSet presAssocID="{FF68D758-0654-49F2-9F4D-17530435763D}" presName="hierRoot1" presStyleCnt="0"/>
      <dgm:spPr/>
    </dgm:pt>
    <dgm:pt modelId="{509AD6C1-71DE-40E6-87F6-E1D8994C9180}" type="pres">
      <dgm:prSet presAssocID="{FF68D758-0654-49F2-9F4D-17530435763D}" presName="composite" presStyleCnt="0"/>
      <dgm:spPr/>
    </dgm:pt>
    <dgm:pt modelId="{72AD9BD9-1FAB-41B1-9DE3-29056F8952D1}" type="pres">
      <dgm:prSet presAssocID="{FF68D758-0654-49F2-9F4D-17530435763D}" presName="background" presStyleLbl="node0" presStyleIdx="2" presStyleCnt="3"/>
      <dgm:spPr/>
    </dgm:pt>
    <dgm:pt modelId="{898B9384-714A-4E5D-8C5A-847576C5CB95}" type="pres">
      <dgm:prSet presAssocID="{FF68D758-0654-49F2-9F4D-17530435763D}" presName="text" presStyleLbl="fgAcc0" presStyleIdx="2" presStyleCnt="3">
        <dgm:presLayoutVars>
          <dgm:chPref val="3"/>
        </dgm:presLayoutVars>
      </dgm:prSet>
      <dgm:spPr/>
    </dgm:pt>
    <dgm:pt modelId="{B4581F1E-AF9B-4ED3-BAEA-182C50C677DF}" type="pres">
      <dgm:prSet presAssocID="{FF68D758-0654-49F2-9F4D-17530435763D}" presName="hierChild2" presStyleCnt="0"/>
      <dgm:spPr/>
    </dgm:pt>
  </dgm:ptLst>
  <dgm:cxnLst>
    <dgm:cxn modelId="{6C9C3303-73BB-47A1-9324-081FA695E14F}" type="presOf" srcId="{63EABF6A-9088-42D2-9B33-2247FC417523}" destId="{CC3378E1-48CB-41F4-A52B-83C92A8DFF6A}" srcOrd="0" destOrd="0" presId="urn:microsoft.com/office/officeart/2005/8/layout/hierarchy1"/>
    <dgm:cxn modelId="{59B25D2C-3C51-410A-BE92-0DE8DFC64899}" type="presOf" srcId="{0394C72F-0AED-414F-B57D-12ACC5C4AB65}" destId="{EDA0756B-0913-4326-8EBD-43EC209ADE25}" srcOrd="0" destOrd="0" presId="urn:microsoft.com/office/officeart/2005/8/layout/hierarchy1"/>
    <dgm:cxn modelId="{912E4A6E-DFBD-472D-BC2C-8C3748D1BE9F}" srcId="{0394C72F-0AED-414F-B57D-12ACC5C4AB65}" destId="{FF68D758-0654-49F2-9F4D-17530435763D}" srcOrd="2" destOrd="0" parTransId="{14E85DC1-65F3-40A4-AE47-18233D1A72CC}" sibTransId="{E80E5B47-6DE6-4897-BF97-4332528B6291}"/>
    <dgm:cxn modelId="{7D4A8E9A-362B-43C5-BAE9-8737D7D0F637}" srcId="{0394C72F-0AED-414F-B57D-12ACC5C4AB65}" destId="{C338AE62-C2DF-4C49-9A90-DF8597CA0F5C}" srcOrd="1" destOrd="0" parTransId="{C9A3DA10-57D9-4F6B-A987-1836BB5F4099}" sibTransId="{30D7670A-2C5A-441D-8103-FE6199BAD105}"/>
    <dgm:cxn modelId="{DB4A7FBC-F164-488A-BBA5-861577F39FF5}" type="presOf" srcId="{C338AE62-C2DF-4C49-9A90-DF8597CA0F5C}" destId="{6C6C4532-1AA2-4D3F-B246-2D9438DB4407}" srcOrd="0" destOrd="0" presId="urn:microsoft.com/office/officeart/2005/8/layout/hierarchy1"/>
    <dgm:cxn modelId="{912400D4-A6CC-4610-961E-CD3B48E44AB1}" type="presOf" srcId="{FF68D758-0654-49F2-9F4D-17530435763D}" destId="{898B9384-714A-4E5D-8C5A-847576C5CB95}" srcOrd="0" destOrd="0" presId="urn:microsoft.com/office/officeart/2005/8/layout/hierarchy1"/>
    <dgm:cxn modelId="{5903A8F3-36C5-4517-B5CF-5420D168191D}" srcId="{0394C72F-0AED-414F-B57D-12ACC5C4AB65}" destId="{63EABF6A-9088-42D2-9B33-2247FC417523}" srcOrd="0" destOrd="0" parTransId="{E157075E-177D-4CC2-A1F0-AA0EC2989232}" sibTransId="{75DF1C62-4C23-413E-ADE2-7781F8C92208}"/>
    <dgm:cxn modelId="{6A00C40C-957D-4BBD-B8AA-7671603E2EB9}" type="presParOf" srcId="{EDA0756B-0913-4326-8EBD-43EC209ADE25}" destId="{20BF3BE5-45C0-4891-8E6B-30F852CBC82D}" srcOrd="0" destOrd="0" presId="urn:microsoft.com/office/officeart/2005/8/layout/hierarchy1"/>
    <dgm:cxn modelId="{B085BF67-2957-4D47-83C0-DFE13DC9F1DF}" type="presParOf" srcId="{20BF3BE5-45C0-4891-8E6B-30F852CBC82D}" destId="{E73F4410-50CF-4FA7-9C22-80E9CDFD54A3}" srcOrd="0" destOrd="0" presId="urn:microsoft.com/office/officeart/2005/8/layout/hierarchy1"/>
    <dgm:cxn modelId="{74EF4E21-E9F1-415C-81D6-E4BC9434AC85}" type="presParOf" srcId="{E73F4410-50CF-4FA7-9C22-80E9CDFD54A3}" destId="{0017BD94-A5CE-4E4E-B57B-4B4EC2AF0333}" srcOrd="0" destOrd="0" presId="urn:microsoft.com/office/officeart/2005/8/layout/hierarchy1"/>
    <dgm:cxn modelId="{40B75B17-3265-4A68-81EF-FB9F2DBCFAF0}" type="presParOf" srcId="{E73F4410-50CF-4FA7-9C22-80E9CDFD54A3}" destId="{CC3378E1-48CB-41F4-A52B-83C92A8DFF6A}" srcOrd="1" destOrd="0" presId="urn:microsoft.com/office/officeart/2005/8/layout/hierarchy1"/>
    <dgm:cxn modelId="{567E19BC-DB59-49A1-932C-AED14280BA66}" type="presParOf" srcId="{20BF3BE5-45C0-4891-8E6B-30F852CBC82D}" destId="{128D2E2D-3932-4730-A590-AC53A94B1199}" srcOrd="1" destOrd="0" presId="urn:microsoft.com/office/officeart/2005/8/layout/hierarchy1"/>
    <dgm:cxn modelId="{017CEB36-3A4B-4E89-B2AA-F855C3D3505E}" type="presParOf" srcId="{EDA0756B-0913-4326-8EBD-43EC209ADE25}" destId="{AD3E27C1-B74B-4017-A94B-35614CBBE51C}" srcOrd="1" destOrd="0" presId="urn:microsoft.com/office/officeart/2005/8/layout/hierarchy1"/>
    <dgm:cxn modelId="{F098D879-4C97-4E5C-A8C7-5B53F4A6C578}" type="presParOf" srcId="{AD3E27C1-B74B-4017-A94B-35614CBBE51C}" destId="{A0636E3B-7CEB-4D33-BA97-0E5B4C8A0A09}" srcOrd="0" destOrd="0" presId="urn:microsoft.com/office/officeart/2005/8/layout/hierarchy1"/>
    <dgm:cxn modelId="{2465E679-00AB-4215-B7B0-23CD20D5920C}" type="presParOf" srcId="{A0636E3B-7CEB-4D33-BA97-0E5B4C8A0A09}" destId="{DF97A42B-09B4-471F-9408-DEE6E798A41B}" srcOrd="0" destOrd="0" presId="urn:microsoft.com/office/officeart/2005/8/layout/hierarchy1"/>
    <dgm:cxn modelId="{C4A7B3AE-FAD3-4BBB-868B-D72FDC19A1A0}" type="presParOf" srcId="{A0636E3B-7CEB-4D33-BA97-0E5B4C8A0A09}" destId="{6C6C4532-1AA2-4D3F-B246-2D9438DB4407}" srcOrd="1" destOrd="0" presId="urn:microsoft.com/office/officeart/2005/8/layout/hierarchy1"/>
    <dgm:cxn modelId="{016DE1C5-F10D-43AA-A690-F5A922304B2E}" type="presParOf" srcId="{AD3E27C1-B74B-4017-A94B-35614CBBE51C}" destId="{D7C3DE54-01CC-4AD3-B639-AC3DB15B5705}" srcOrd="1" destOrd="0" presId="urn:microsoft.com/office/officeart/2005/8/layout/hierarchy1"/>
    <dgm:cxn modelId="{C69C673B-1DF9-4986-9C5A-489ED68A948F}" type="presParOf" srcId="{EDA0756B-0913-4326-8EBD-43EC209ADE25}" destId="{D78843EF-8D24-4940-95EB-6F21D4E00A48}" srcOrd="2" destOrd="0" presId="urn:microsoft.com/office/officeart/2005/8/layout/hierarchy1"/>
    <dgm:cxn modelId="{11A46BEF-001E-4609-A72B-BF8FEB5329EB}" type="presParOf" srcId="{D78843EF-8D24-4940-95EB-6F21D4E00A48}" destId="{509AD6C1-71DE-40E6-87F6-E1D8994C9180}" srcOrd="0" destOrd="0" presId="urn:microsoft.com/office/officeart/2005/8/layout/hierarchy1"/>
    <dgm:cxn modelId="{EB2E8F05-F7B8-4087-8629-FAC40706ACCA}" type="presParOf" srcId="{509AD6C1-71DE-40E6-87F6-E1D8994C9180}" destId="{72AD9BD9-1FAB-41B1-9DE3-29056F8952D1}" srcOrd="0" destOrd="0" presId="urn:microsoft.com/office/officeart/2005/8/layout/hierarchy1"/>
    <dgm:cxn modelId="{B60AC87D-632B-4ECD-902E-A6D85E5ACB52}" type="presParOf" srcId="{509AD6C1-71DE-40E6-87F6-E1D8994C9180}" destId="{898B9384-714A-4E5D-8C5A-847576C5CB95}" srcOrd="1" destOrd="0" presId="urn:microsoft.com/office/officeart/2005/8/layout/hierarchy1"/>
    <dgm:cxn modelId="{4513E3DC-F381-4B73-BFD4-4EB87A3B413B}" type="presParOf" srcId="{D78843EF-8D24-4940-95EB-6F21D4E00A48}" destId="{B4581F1E-AF9B-4ED3-BAEA-182C50C677D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87DC11-413C-464E-98FD-F29C91238746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4BD557-91F4-4575-BECD-A1664726715A}">
      <dgm:prSet/>
      <dgm:spPr/>
      <dgm:t>
        <a:bodyPr/>
        <a:lstStyle/>
        <a:p>
          <a:r>
            <a:rPr lang="en-PK" b="0" i="0" baseline="0"/>
            <a:t>Preprocess news data: cleaning, tokenization.</a:t>
          </a:r>
          <a:endParaRPr lang="en-US"/>
        </a:p>
      </dgm:t>
    </dgm:pt>
    <dgm:pt modelId="{B4BCE6CE-8608-4416-8479-0EB262D31EB8}" type="parTrans" cxnId="{CE0DD1E4-C4BE-48BE-86FD-FDB7E736F746}">
      <dgm:prSet/>
      <dgm:spPr/>
      <dgm:t>
        <a:bodyPr/>
        <a:lstStyle/>
        <a:p>
          <a:endParaRPr lang="en-US"/>
        </a:p>
      </dgm:t>
    </dgm:pt>
    <dgm:pt modelId="{E6AE74BC-A891-48E9-8C2F-DCBC3F3B9A8F}" type="sibTrans" cxnId="{CE0DD1E4-C4BE-48BE-86FD-FDB7E736F74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270464A-F28A-4F40-8435-C564DC0DFDFA}">
      <dgm:prSet/>
      <dgm:spPr/>
      <dgm:t>
        <a:bodyPr/>
        <a:lstStyle/>
        <a:p>
          <a:r>
            <a:rPr lang="en-PK" b="0" i="0" baseline="0"/>
            <a:t>Extract features using TF-IDF vectorization.</a:t>
          </a:r>
          <a:endParaRPr lang="en-US"/>
        </a:p>
      </dgm:t>
    </dgm:pt>
    <dgm:pt modelId="{399BD086-3CFA-4C50-8DA0-CB3550361FC5}" type="parTrans" cxnId="{F8857AA2-68D7-4D29-AF34-50654434A361}">
      <dgm:prSet/>
      <dgm:spPr/>
      <dgm:t>
        <a:bodyPr/>
        <a:lstStyle/>
        <a:p>
          <a:endParaRPr lang="en-US"/>
        </a:p>
      </dgm:t>
    </dgm:pt>
    <dgm:pt modelId="{1EB38709-0BB4-4D65-9375-3B8A39AF789D}" type="sibTrans" cxnId="{F8857AA2-68D7-4D29-AF34-50654434A36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FDE2996-3CCB-4601-B644-60F543164BBB}">
      <dgm:prSet/>
      <dgm:spPr/>
      <dgm:t>
        <a:bodyPr/>
        <a:lstStyle/>
        <a:p>
          <a:r>
            <a:rPr lang="en-PK" b="0" i="0" baseline="0"/>
            <a:t>Implement SVM classifier for binary classification.</a:t>
          </a:r>
          <a:endParaRPr lang="en-US"/>
        </a:p>
      </dgm:t>
    </dgm:pt>
    <dgm:pt modelId="{575123BE-EF82-4900-85A9-29ACB13460D7}" type="parTrans" cxnId="{5E81F2B5-2685-43C8-BF1B-4F2DAA54BA08}">
      <dgm:prSet/>
      <dgm:spPr/>
      <dgm:t>
        <a:bodyPr/>
        <a:lstStyle/>
        <a:p>
          <a:endParaRPr lang="en-US"/>
        </a:p>
      </dgm:t>
    </dgm:pt>
    <dgm:pt modelId="{26843E6D-BBF8-4A78-B297-3459841AE53D}" type="sibTrans" cxnId="{5E81F2B5-2685-43C8-BF1B-4F2DAA54BA0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5FDCD95-4742-408F-BE56-BC80C1696670}">
      <dgm:prSet/>
      <dgm:spPr/>
      <dgm:t>
        <a:bodyPr/>
        <a:lstStyle/>
        <a:p>
          <a:r>
            <a:rPr lang="en-PK" b="0" i="0" baseline="0"/>
            <a:t>Evaluate model using accuracy, precision, recall, and F1-score.</a:t>
          </a:r>
          <a:endParaRPr lang="en-US"/>
        </a:p>
      </dgm:t>
    </dgm:pt>
    <dgm:pt modelId="{846917F1-626A-4B45-A6E2-F98586DBC494}" type="parTrans" cxnId="{73A3B3B3-1634-4B92-A2C8-8F8366CC4EFC}">
      <dgm:prSet/>
      <dgm:spPr/>
      <dgm:t>
        <a:bodyPr/>
        <a:lstStyle/>
        <a:p>
          <a:endParaRPr lang="en-US"/>
        </a:p>
      </dgm:t>
    </dgm:pt>
    <dgm:pt modelId="{0901EDC2-E512-47D9-BFDB-989DEE574CCD}" type="sibTrans" cxnId="{73A3B3B3-1634-4B92-A2C8-8F8366CC4EFC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7AE5380-A0B3-4501-BDF1-DE1DFF391847}" type="pres">
      <dgm:prSet presAssocID="{5A87DC11-413C-464E-98FD-F29C91238746}" presName="Name0" presStyleCnt="0">
        <dgm:presLayoutVars>
          <dgm:animLvl val="lvl"/>
          <dgm:resizeHandles val="exact"/>
        </dgm:presLayoutVars>
      </dgm:prSet>
      <dgm:spPr/>
    </dgm:pt>
    <dgm:pt modelId="{30FB3C70-D225-4A97-8347-EB2E78756843}" type="pres">
      <dgm:prSet presAssocID="{AD4BD557-91F4-4575-BECD-A1664726715A}" presName="compositeNode" presStyleCnt="0">
        <dgm:presLayoutVars>
          <dgm:bulletEnabled val="1"/>
        </dgm:presLayoutVars>
      </dgm:prSet>
      <dgm:spPr/>
    </dgm:pt>
    <dgm:pt modelId="{BDB3A40D-1C82-4A82-AD04-3F89124346B3}" type="pres">
      <dgm:prSet presAssocID="{AD4BD557-91F4-4575-BECD-A1664726715A}" presName="bgRect" presStyleLbl="alignNode1" presStyleIdx="0" presStyleCnt="4"/>
      <dgm:spPr/>
    </dgm:pt>
    <dgm:pt modelId="{C9BB2F75-52A8-416A-A04B-E25D8707D0C1}" type="pres">
      <dgm:prSet presAssocID="{E6AE74BC-A891-48E9-8C2F-DCBC3F3B9A8F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7A1EA9A-DB75-4C17-A199-1B4DFD58DA0B}" type="pres">
      <dgm:prSet presAssocID="{AD4BD557-91F4-4575-BECD-A1664726715A}" presName="nodeRect" presStyleLbl="alignNode1" presStyleIdx="0" presStyleCnt="4">
        <dgm:presLayoutVars>
          <dgm:bulletEnabled val="1"/>
        </dgm:presLayoutVars>
      </dgm:prSet>
      <dgm:spPr/>
    </dgm:pt>
    <dgm:pt modelId="{C194CE36-3245-4112-A3A8-411CC4303B33}" type="pres">
      <dgm:prSet presAssocID="{E6AE74BC-A891-48E9-8C2F-DCBC3F3B9A8F}" presName="sibTrans" presStyleCnt="0"/>
      <dgm:spPr/>
    </dgm:pt>
    <dgm:pt modelId="{C1FD4DDD-9D63-4820-ADB6-65DC8F2B9872}" type="pres">
      <dgm:prSet presAssocID="{9270464A-F28A-4F40-8435-C564DC0DFDFA}" presName="compositeNode" presStyleCnt="0">
        <dgm:presLayoutVars>
          <dgm:bulletEnabled val="1"/>
        </dgm:presLayoutVars>
      </dgm:prSet>
      <dgm:spPr/>
    </dgm:pt>
    <dgm:pt modelId="{D3DD71C8-E0C2-4CEB-A728-938200A4E70A}" type="pres">
      <dgm:prSet presAssocID="{9270464A-F28A-4F40-8435-C564DC0DFDFA}" presName="bgRect" presStyleLbl="alignNode1" presStyleIdx="1" presStyleCnt="4"/>
      <dgm:spPr/>
    </dgm:pt>
    <dgm:pt modelId="{97465505-467D-4B14-B60C-531510239EA5}" type="pres">
      <dgm:prSet presAssocID="{1EB38709-0BB4-4D65-9375-3B8A39AF789D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4017C175-BD6B-4308-991E-4C1E207CFD4D}" type="pres">
      <dgm:prSet presAssocID="{9270464A-F28A-4F40-8435-C564DC0DFDFA}" presName="nodeRect" presStyleLbl="alignNode1" presStyleIdx="1" presStyleCnt="4">
        <dgm:presLayoutVars>
          <dgm:bulletEnabled val="1"/>
        </dgm:presLayoutVars>
      </dgm:prSet>
      <dgm:spPr/>
    </dgm:pt>
    <dgm:pt modelId="{4F731053-15B8-4540-836D-5BF92151E698}" type="pres">
      <dgm:prSet presAssocID="{1EB38709-0BB4-4D65-9375-3B8A39AF789D}" presName="sibTrans" presStyleCnt="0"/>
      <dgm:spPr/>
    </dgm:pt>
    <dgm:pt modelId="{CD7C3D12-42A2-410B-B876-73708AED9511}" type="pres">
      <dgm:prSet presAssocID="{BFDE2996-3CCB-4601-B644-60F543164BBB}" presName="compositeNode" presStyleCnt="0">
        <dgm:presLayoutVars>
          <dgm:bulletEnabled val="1"/>
        </dgm:presLayoutVars>
      </dgm:prSet>
      <dgm:spPr/>
    </dgm:pt>
    <dgm:pt modelId="{2E73215B-8317-4DAB-8152-F4EA969A1135}" type="pres">
      <dgm:prSet presAssocID="{BFDE2996-3CCB-4601-B644-60F543164BBB}" presName="bgRect" presStyleLbl="alignNode1" presStyleIdx="2" presStyleCnt="4"/>
      <dgm:spPr/>
    </dgm:pt>
    <dgm:pt modelId="{134C548F-07BB-48E8-844A-092EB8A20453}" type="pres">
      <dgm:prSet presAssocID="{26843E6D-BBF8-4A78-B297-3459841AE53D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4BA131F5-64FB-41B1-8970-47E37F4B8962}" type="pres">
      <dgm:prSet presAssocID="{BFDE2996-3CCB-4601-B644-60F543164BBB}" presName="nodeRect" presStyleLbl="alignNode1" presStyleIdx="2" presStyleCnt="4">
        <dgm:presLayoutVars>
          <dgm:bulletEnabled val="1"/>
        </dgm:presLayoutVars>
      </dgm:prSet>
      <dgm:spPr/>
    </dgm:pt>
    <dgm:pt modelId="{2B7F1DE0-3355-446A-A3E7-32B5DB1155D6}" type="pres">
      <dgm:prSet presAssocID="{26843E6D-BBF8-4A78-B297-3459841AE53D}" presName="sibTrans" presStyleCnt="0"/>
      <dgm:spPr/>
    </dgm:pt>
    <dgm:pt modelId="{5759FB85-7EC0-422D-868A-8721BB4349A8}" type="pres">
      <dgm:prSet presAssocID="{65FDCD95-4742-408F-BE56-BC80C1696670}" presName="compositeNode" presStyleCnt="0">
        <dgm:presLayoutVars>
          <dgm:bulletEnabled val="1"/>
        </dgm:presLayoutVars>
      </dgm:prSet>
      <dgm:spPr/>
    </dgm:pt>
    <dgm:pt modelId="{7AE8B4CA-AB4C-4070-B048-17507C052EDB}" type="pres">
      <dgm:prSet presAssocID="{65FDCD95-4742-408F-BE56-BC80C1696670}" presName="bgRect" presStyleLbl="alignNode1" presStyleIdx="3" presStyleCnt="4"/>
      <dgm:spPr/>
    </dgm:pt>
    <dgm:pt modelId="{C6024CAE-1D5E-4E8C-90E5-031D2C396A52}" type="pres">
      <dgm:prSet presAssocID="{0901EDC2-E512-47D9-BFDB-989DEE574CCD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8893EC27-6BAE-4461-996C-07482C003716}" type="pres">
      <dgm:prSet presAssocID="{65FDCD95-4742-408F-BE56-BC80C1696670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F286319-0F38-452E-A4A2-E48BB3D7438C}" type="presOf" srcId="{65FDCD95-4742-408F-BE56-BC80C1696670}" destId="{7AE8B4CA-AB4C-4070-B048-17507C052EDB}" srcOrd="0" destOrd="0" presId="urn:microsoft.com/office/officeart/2016/7/layout/LinearBlockProcessNumbered"/>
    <dgm:cxn modelId="{D4DDEF19-D638-420C-B752-E97C8624E040}" type="presOf" srcId="{65FDCD95-4742-408F-BE56-BC80C1696670}" destId="{8893EC27-6BAE-4461-996C-07482C003716}" srcOrd="1" destOrd="0" presId="urn:microsoft.com/office/officeart/2016/7/layout/LinearBlockProcessNumbered"/>
    <dgm:cxn modelId="{1703321D-A3E4-413A-8A24-385119887534}" type="presOf" srcId="{9270464A-F28A-4F40-8435-C564DC0DFDFA}" destId="{4017C175-BD6B-4308-991E-4C1E207CFD4D}" srcOrd="1" destOrd="0" presId="urn:microsoft.com/office/officeart/2016/7/layout/LinearBlockProcessNumbered"/>
    <dgm:cxn modelId="{ECCF282A-6241-4A45-83E0-84A96D2BDBC2}" type="presOf" srcId="{0901EDC2-E512-47D9-BFDB-989DEE574CCD}" destId="{C6024CAE-1D5E-4E8C-90E5-031D2C396A52}" srcOrd="0" destOrd="0" presId="urn:microsoft.com/office/officeart/2016/7/layout/LinearBlockProcessNumbered"/>
    <dgm:cxn modelId="{28FC5560-2DAF-475A-AD3C-8C16461C5959}" type="presOf" srcId="{E6AE74BC-A891-48E9-8C2F-DCBC3F3B9A8F}" destId="{C9BB2F75-52A8-416A-A04B-E25D8707D0C1}" srcOrd="0" destOrd="0" presId="urn:microsoft.com/office/officeart/2016/7/layout/LinearBlockProcessNumbered"/>
    <dgm:cxn modelId="{64D7A741-27EC-4F29-A750-1A0DB9C48641}" type="presOf" srcId="{AD4BD557-91F4-4575-BECD-A1664726715A}" destId="{47A1EA9A-DB75-4C17-A199-1B4DFD58DA0B}" srcOrd="1" destOrd="0" presId="urn:microsoft.com/office/officeart/2016/7/layout/LinearBlockProcessNumbered"/>
    <dgm:cxn modelId="{4DDF3F43-7199-46A1-B986-98097892F730}" type="presOf" srcId="{AD4BD557-91F4-4575-BECD-A1664726715A}" destId="{BDB3A40D-1C82-4A82-AD04-3F89124346B3}" srcOrd="0" destOrd="0" presId="urn:microsoft.com/office/officeart/2016/7/layout/LinearBlockProcessNumbered"/>
    <dgm:cxn modelId="{F8857AA2-68D7-4D29-AF34-50654434A361}" srcId="{5A87DC11-413C-464E-98FD-F29C91238746}" destId="{9270464A-F28A-4F40-8435-C564DC0DFDFA}" srcOrd="1" destOrd="0" parTransId="{399BD086-3CFA-4C50-8DA0-CB3550361FC5}" sibTransId="{1EB38709-0BB4-4D65-9375-3B8A39AF789D}"/>
    <dgm:cxn modelId="{73A3B3B3-1634-4B92-A2C8-8F8366CC4EFC}" srcId="{5A87DC11-413C-464E-98FD-F29C91238746}" destId="{65FDCD95-4742-408F-BE56-BC80C1696670}" srcOrd="3" destOrd="0" parTransId="{846917F1-626A-4B45-A6E2-F98586DBC494}" sibTransId="{0901EDC2-E512-47D9-BFDB-989DEE574CCD}"/>
    <dgm:cxn modelId="{5E81F2B5-2685-43C8-BF1B-4F2DAA54BA08}" srcId="{5A87DC11-413C-464E-98FD-F29C91238746}" destId="{BFDE2996-3CCB-4601-B644-60F543164BBB}" srcOrd="2" destOrd="0" parTransId="{575123BE-EF82-4900-85A9-29ACB13460D7}" sibTransId="{26843E6D-BBF8-4A78-B297-3459841AE53D}"/>
    <dgm:cxn modelId="{A6C3ACB6-2D25-4219-8EE0-F4E156B25FCE}" type="presOf" srcId="{5A87DC11-413C-464E-98FD-F29C91238746}" destId="{F7AE5380-A0B3-4501-BDF1-DE1DFF391847}" srcOrd="0" destOrd="0" presId="urn:microsoft.com/office/officeart/2016/7/layout/LinearBlockProcessNumbered"/>
    <dgm:cxn modelId="{4D7E43B7-A296-47CB-AC91-B27FD80C020F}" type="presOf" srcId="{9270464A-F28A-4F40-8435-C564DC0DFDFA}" destId="{D3DD71C8-E0C2-4CEB-A728-938200A4E70A}" srcOrd="0" destOrd="0" presId="urn:microsoft.com/office/officeart/2016/7/layout/LinearBlockProcessNumbered"/>
    <dgm:cxn modelId="{BDACF8CB-1CD7-417B-B947-E723E52DF287}" type="presOf" srcId="{BFDE2996-3CCB-4601-B644-60F543164BBB}" destId="{2E73215B-8317-4DAB-8152-F4EA969A1135}" srcOrd="0" destOrd="0" presId="urn:microsoft.com/office/officeart/2016/7/layout/LinearBlockProcessNumbered"/>
    <dgm:cxn modelId="{5B8757D6-CE20-4DE8-8087-CAD30D8F5844}" type="presOf" srcId="{1EB38709-0BB4-4D65-9375-3B8A39AF789D}" destId="{97465505-467D-4B14-B60C-531510239EA5}" srcOrd="0" destOrd="0" presId="urn:microsoft.com/office/officeart/2016/7/layout/LinearBlockProcessNumbered"/>
    <dgm:cxn modelId="{CE0DD1E4-C4BE-48BE-86FD-FDB7E736F746}" srcId="{5A87DC11-413C-464E-98FD-F29C91238746}" destId="{AD4BD557-91F4-4575-BECD-A1664726715A}" srcOrd="0" destOrd="0" parTransId="{B4BCE6CE-8608-4416-8479-0EB262D31EB8}" sibTransId="{E6AE74BC-A891-48E9-8C2F-DCBC3F3B9A8F}"/>
    <dgm:cxn modelId="{E4D097EC-9E12-4C76-935B-F5B9727FE890}" type="presOf" srcId="{26843E6D-BBF8-4A78-B297-3459841AE53D}" destId="{134C548F-07BB-48E8-844A-092EB8A20453}" srcOrd="0" destOrd="0" presId="urn:microsoft.com/office/officeart/2016/7/layout/LinearBlockProcessNumbered"/>
    <dgm:cxn modelId="{89BB38F6-62BE-47CB-84C6-0E71A821AD4B}" type="presOf" srcId="{BFDE2996-3CCB-4601-B644-60F543164BBB}" destId="{4BA131F5-64FB-41B1-8970-47E37F4B8962}" srcOrd="1" destOrd="0" presId="urn:microsoft.com/office/officeart/2016/7/layout/LinearBlockProcessNumbered"/>
    <dgm:cxn modelId="{89AAF9AD-E8E0-43DF-A639-6742E5DB814B}" type="presParOf" srcId="{F7AE5380-A0B3-4501-BDF1-DE1DFF391847}" destId="{30FB3C70-D225-4A97-8347-EB2E78756843}" srcOrd="0" destOrd="0" presId="urn:microsoft.com/office/officeart/2016/7/layout/LinearBlockProcessNumbered"/>
    <dgm:cxn modelId="{7BF6043C-5D36-434F-B516-608AACE37E42}" type="presParOf" srcId="{30FB3C70-D225-4A97-8347-EB2E78756843}" destId="{BDB3A40D-1C82-4A82-AD04-3F89124346B3}" srcOrd="0" destOrd="0" presId="urn:microsoft.com/office/officeart/2016/7/layout/LinearBlockProcessNumbered"/>
    <dgm:cxn modelId="{92D59D7D-EBCE-4862-8079-4B351D599DE6}" type="presParOf" srcId="{30FB3C70-D225-4A97-8347-EB2E78756843}" destId="{C9BB2F75-52A8-416A-A04B-E25D8707D0C1}" srcOrd="1" destOrd="0" presId="urn:microsoft.com/office/officeart/2016/7/layout/LinearBlockProcessNumbered"/>
    <dgm:cxn modelId="{78F5779B-5C40-4BDB-BBE6-3D473076B32D}" type="presParOf" srcId="{30FB3C70-D225-4A97-8347-EB2E78756843}" destId="{47A1EA9A-DB75-4C17-A199-1B4DFD58DA0B}" srcOrd="2" destOrd="0" presId="urn:microsoft.com/office/officeart/2016/7/layout/LinearBlockProcessNumbered"/>
    <dgm:cxn modelId="{2CAE062F-9C0C-423A-A03A-323E172E5047}" type="presParOf" srcId="{F7AE5380-A0B3-4501-BDF1-DE1DFF391847}" destId="{C194CE36-3245-4112-A3A8-411CC4303B33}" srcOrd="1" destOrd="0" presId="urn:microsoft.com/office/officeart/2016/7/layout/LinearBlockProcessNumbered"/>
    <dgm:cxn modelId="{14EBB974-D852-4290-9D47-795685563950}" type="presParOf" srcId="{F7AE5380-A0B3-4501-BDF1-DE1DFF391847}" destId="{C1FD4DDD-9D63-4820-ADB6-65DC8F2B9872}" srcOrd="2" destOrd="0" presId="urn:microsoft.com/office/officeart/2016/7/layout/LinearBlockProcessNumbered"/>
    <dgm:cxn modelId="{006E20AF-0C5D-419E-891E-36EC24522439}" type="presParOf" srcId="{C1FD4DDD-9D63-4820-ADB6-65DC8F2B9872}" destId="{D3DD71C8-E0C2-4CEB-A728-938200A4E70A}" srcOrd="0" destOrd="0" presId="urn:microsoft.com/office/officeart/2016/7/layout/LinearBlockProcessNumbered"/>
    <dgm:cxn modelId="{498767AC-B414-41B9-A024-DF4A1AD09691}" type="presParOf" srcId="{C1FD4DDD-9D63-4820-ADB6-65DC8F2B9872}" destId="{97465505-467D-4B14-B60C-531510239EA5}" srcOrd="1" destOrd="0" presId="urn:microsoft.com/office/officeart/2016/7/layout/LinearBlockProcessNumbered"/>
    <dgm:cxn modelId="{79E973FB-AF14-4A26-9B00-8D4E8A65C83E}" type="presParOf" srcId="{C1FD4DDD-9D63-4820-ADB6-65DC8F2B9872}" destId="{4017C175-BD6B-4308-991E-4C1E207CFD4D}" srcOrd="2" destOrd="0" presId="urn:microsoft.com/office/officeart/2016/7/layout/LinearBlockProcessNumbered"/>
    <dgm:cxn modelId="{BA59858F-553C-4C64-9F4C-E64377C7F804}" type="presParOf" srcId="{F7AE5380-A0B3-4501-BDF1-DE1DFF391847}" destId="{4F731053-15B8-4540-836D-5BF92151E698}" srcOrd="3" destOrd="0" presId="urn:microsoft.com/office/officeart/2016/7/layout/LinearBlockProcessNumbered"/>
    <dgm:cxn modelId="{B43E8072-86D8-4BBD-9159-2BC9CB34995E}" type="presParOf" srcId="{F7AE5380-A0B3-4501-BDF1-DE1DFF391847}" destId="{CD7C3D12-42A2-410B-B876-73708AED9511}" srcOrd="4" destOrd="0" presId="urn:microsoft.com/office/officeart/2016/7/layout/LinearBlockProcessNumbered"/>
    <dgm:cxn modelId="{A11844C4-1BAC-4AF1-83FA-99A01B2B149E}" type="presParOf" srcId="{CD7C3D12-42A2-410B-B876-73708AED9511}" destId="{2E73215B-8317-4DAB-8152-F4EA969A1135}" srcOrd="0" destOrd="0" presId="urn:microsoft.com/office/officeart/2016/7/layout/LinearBlockProcessNumbered"/>
    <dgm:cxn modelId="{07E7179F-D477-4B08-9D89-1512ACA86473}" type="presParOf" srcId="{CD7C3D12-42A2-410B-B876-73708AED9511}" destId="{134C548F-07BB-48E8-844A-092EB8A20453}" srcOrd="1" destOrd="0" presId="urn:microsoft.com/office/officeart/2016/7/layout/LinearBlockProcessNumbered"/>
    <dgm:cxn modelId="{26C12378-2B2D-4DFB-A970-9E098D680175}" type="presParOf" srcId="{CD7C3D12-42A2-410B-B876-73708AED9511}" destId="{4BA131F5-64FB-41B1-8970-47E37F4B8962}" srcOrd="2" destOrd="0" presId="urn:microsoft.com/office/officeart/2016/7/layout/LinearBlockProcessNumbered"/>
    <dgm:cxn modelId="{CF21F041-16EE-43F3-A2A1-B4837A5F36F4}" type="presParOf" srcId="{F7AE5380-A0B3-4501-BDF1-DE1DFF391847}" destId="{2B7F1DE0-3355-446A-A3E7-32B5DB1155D6}" srcOrd="5" destOrd="0" presId="urn:microsoft.com/office/officeart/2016/7/layout/LinearBlockProcessNumbered"/>
    <dgm:cxn modelId="{F5F670EE-DF6E-4E78-9C2E-B6FC47CED82F}" type="presParOf" srcId="{F7AE5380-A0B3-4501-BDF1-DE1DFF391847}" destId="{5759FB85-7EC0-422D-868A-8721BB4349A8}" srcOrd="6" destOrd="0" presId="urn:microsoft.com/office/officeart/2016/7/layout/LinearBlockProcessNumbered"/>
    <dgm:cxn modelId="{7FBA9755-8345-4D8A-A875-468103C4C9F5}" type="presParOf" srcId="{5759FB85-7EC0-422D-868A-8721BB4349A8}" destId="{7AE8B4CA-AB4C-4070-B048-17507C052EDB}" srcOrd="0" destOrd="0" presId="urn:microsoft.com/office/officeart/2016/7/layout/LinearBlockProcessNumbered"/>
    <dgm:cxn modelId="{B69A07B4-2F35-449C-B32E-E7A2F0CE0171}" type="presParOf" srcId="{5759FB85-7EC0-422D-868A-8721BB4349A8}" destId="{C6024CAE-1D5E-4E8C-90E5-031D2C396A52}" srcOrd="1" destOrd="0" presId="urn:microsoft.com/office/officeart/2016/7/layout/LinearBlockProcessNumbered"/>
    <dgm:cxn modelId="{8C67C581-A4BC-4F21-9B8A-85BDB210C930}" type="presParOf" srcId="{5759FB85-7EC0-422D-868A-8721BB4349A8}" destId="{8893EC27-6BAE-4461-996C-07482C00371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D201A1-2E5D-4493-993E-F6CCBE16693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6B585C-42D0-4A98-BE9C-9F68EDA3CD61}">
      <dgm:prSet/>
      <dgm:spPr/>
      <dgm:t>
        <a:bodyPr/>
        <a:lstStyle/>
        <a:p>
          <a:r>
            <a:rPr lang="en-PK" b="0" i="0" baseline="0"/>
            <a:t>Source: Kaggle Fake News Dataset</a:t>
          </a:r>
          <a:endParaRPr lang="en-US"/>
        </a:p>
      </dgm:t>
    </dgm:pt>
    <dgm:pt modelId="{531BFF64-9EAA-4CA9-A6BE-C7C440D50CC8}" type="parTrans" cxnId="{C13CEC46-8204-45DB-B6AD-7F6B8D77B71A}">
      <dgm:prSet/>
      <dgm:spPr/>
      <dgm:t>
        <a:bodyPr/>
        <a:lstStyle/>
        <a:p>
          <a:endParaRPr lang="en-US"/>
        </a:p>
      </dgm:t>
    </dgm:pt>
    <dgm:pt modelId="{3A3B71C0-F811-4DF5-8DA1-C4EDC4FAF94C}" type="sibTrans" cxnId="{C13CEC46-8204-45DB-B6AD-7F6B8D77B71A}">
      <dgm:prSet/>
      <dgm:spPr/>
      <dgm:t>
        <a:bodyPr/>
        <a:lstStyle/>
        <a:p>
          <a:endParaRPr lang="en-US"/>
        </a:p>
      </dgm:t>
    </dgm:pt>
    <dgm:pt modelId="{2D29DEE6-0815-4FE0-A2B2-869815CC1E5A}">
      <dgm:prSet/>
      <dgm:spPr/>
      <dgm:t>
        <a:bodyPr/>
        <a:lstStyle/>
        <a:p>
          <a:r>
            <a:rPr lang="en-PK" b="0" i="0" baseline="0"/>
            <a:t>Columns: </a:t>
          </a:r>
          <a:r>
            <a:rPr lang="en-US"/>
            <a:t>“Title”, ”Text”, “Date”, “Source”, “Author”, “Category”, “Label’</a:t>
          </a:r>
        </a:p>
      </dgm:t>
    </dgm:pt>
    <dgm:pt modelId="{1C8CA519-E35B-430E-8169-2602E52518A9}" type="parTrans" cxnId="{994CECF8-2AF0-4E5F-B6C7-D2A3204A5224}">
      <dgm:prSet/>
      <dgm:spPr/>
      <dgm:t>
        <a:bodyPr/>
        <a:lstStyle/>
        <a:p>
          <a:endParaRPr lang="en-US"/>
        </a:p>
      </dgm:t>
    </dgm:pt>
    <dgm:pt modelId="{14B85FB1-8A64-418D-BC16-43A23035A05F}" type="sibTrans" cxnId="{994CECF8-2AF0-4E5F-B6C7-D2A3204A5224}">
      <dgm:prSet/>
      <dgm:spPr/>
      <dgm:t>
        <a:bodyPr/>
        <a:lstStyle/>
        <a:p>
          <a:endParaRPr lang="en-US"/>
        </a:p>
      </dgm:t>
    </dgm:pt>
    <dgm:pt modelId="{A9637FFE-09F8-43C3-A500-602BAB847FE4}">
      <dgm:prSet/>
      <dgm:spPr/>
      <dgm:t>
        <a:bodyPr/>
        <a:lstStyle/>
        <a:p>
          <a:r>
            <a:rPr lang="en-PK" b="0" i="0" baseline="0" dirty="0"/>
            <a:t>Number of samples: ~</a:t>
          </a:r>
          <a:r>
            <a:rPr lang="en-US" b="0" i="0" baseline="0" dirty="0"/>
            <a:t>20</a:t>
          </a:r>
          <a:r>
            <a:rPr lang="en-PK" b="0" i="0" baseline="0" dirty="0"/>
            <a:t>,000</a:t>
          </a:r>
          <a:endParaRPr lang="en-US" dirty="0"/>
        </a:p>
      </dgm:t>
    </dgm:pt>
    <dgm:pt modelId="{CAAAE644-39BB-4D5B-9254-BD19C39286B3}" type="parTrans" cxnId="{CF264E89-9A59-4D7C-A3CF-41D4A544AD5D}">
      <dgm:prSet/>
      <dgm:spPr/>
      <dgm:t>
        <a:bodyPr/>
        <a:lstStyle/>
        <a:p>
          <a:endParaRPr lang="en-US"/>
        </a:p>
      </dgm:t>
    </dgm:pt>
    <dgm:pt modelId="{646688F7-4267-4A27-BF29-3FFE8422AAFB}" type="sibTrans" cxnId="{CF264E89-9A59-4D7C-A3CF-41D4A544AD5D}">
      <dgm:prSet/>
      <dgm:spPr/>
      <dgm:t>
        <a:bodyPr/>
        <a:lstStyle/>
        <a:p>
          <a:endParaRPr lang="en-US"/>
        </a:p>
      </dgm:t>
    </dgm:pt>
    <dgm:pt modelId="{C261EB4B-45E2-4AE0-84E4-55DEB09FFC07}" type="pres">
      <dgm:prSet presAssocID="{02D201A1-2E5D-4493-993E-F6CCBE16693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F51199-44CE-4CDB-B06A-9D35D9FD65EA}" type="pres">
      <dgm:prSet presAssocID="{2D6B585C-42D0-4A98-BE9C-9F68EDA3CD61}" presName="hierRoot1" presStyleCnt="0"/>
      <dgm:spPr/>
    </dgm:pt>
    <dgm:pt modelId="{5C5B6C90-8166-408D-B029-004A43583240}" type="pres">
      <dgm:prSet presAssocID="{2D6B585C-42D0-4A98-BE9C-9F68EDA3CD61}" presName="composite" presStyleCnt="0"/>
      <dgm:spPr/>
    </dgm:pt>
    <dgm:pt modelId="{A7E4FBC7-36B2-46BA-ADA8-53C9C086BCC4}" type="pres">
      <dgm:prSet presAssocID="{2D6B585C-42D0-4A98-BE9C-9F68EDA3CD61}" presName="background" presStyleLbl="node0" presStyleIdx="0" presStyleCnt="3"/>
      <dgm:spPr/>
    </dgm:pt>
    <dgm:pt modelId="{649315EB-9121-4B96-9371-A8AF503395E1}" type="pres">
      <dgm:prSet presAssocID="{2D6B585C-42D0-4A98-BE9C-9F68EDA3CD61}" presName="text" presStyleLbl="fgAcc0" presStyleIdx="0" presStyleCnt="3">
        <dgm:presLayoutVars>
          <dgm:chPref val="3"/>
        </dgm:presLayoutVars>
      </dgm:prSet>
      <dgm:spPr/>
    </dgm:pt>
    <dgm:pt modelId="{0999385D-E56B-4077-878E-7BD9983D414D}" type="pres">
      <dgm:prSet presAssocID="{2D6B585C-42D0-4A98-BE9C-9F68EDA3CD61}" presName="hierChild2" presStyleCnt="0"/>
      <dgm:spPr/>
    </dgm:pt>
    <dgm:pt modelId="{C52D1547-D9A1-4B6A-9AFA-4FC6161B08F9}" type="pres">
      <dgm:prSet presAssocID="{2D29DEE6-0815-4FE0-A2B2-869815CC1E5A}" presName="hierRoot1" presStyleCnt="0"/>
      <dgm:spPr/>
    </dgm:pt>
    <dgm:pt modelId="{952C766B-89F1-444C-984F-4C04613207F6}" type="pres">
      <dgm:prSet presAssocID="{2D29DEE6-0815-4FE0-A2B2-869815CC1E5A}" presName="composite" presStyleCnt="0"/>
      <dgm:spPr/>
    </dgm:pt>
    <dgm:pt modelId="{1D042E0A-3330-4AE3-A2DA-2D19BA545774}" type="pres">
      <dgm:prSet presAssocID="{2D29DEE6-0815-4FE0-A2B2-869815CC1E5A}" presName="background" presStyleLbl="node0" presStyleIdx="1" presStyleCnt="3"/>
      <dgm:spPr/>
    </dgm:pt>
    <dgm:pt modelId="{0F1F0EDE-99D1-4CB8-9641-BB3274FDF803}" type="pres">
      <dgm:prSet presAssocID="{2D29DEE6-0815-4FE0-A2B2-869815CC1E5A}" presName="text" presStyleLbl="fgAcc0" presStyleIdx="1" presStyleCnt="3">
        <dgm:presLayoutVars>
          <dgm:chPref val="3"/>
        </dgm:presLayoutVars>
      </dgm:prSet>
      <dgm:spPr/>
    </dgm:pt>
    <dgm:pt modelId="{1F4E2640-540B-4CD5-9E11-D7A72CBB4574}" type="pres">
      <dgm:prSet presAssocID="{2D29DEE6-0815-4FE0-A2B2-869815CC1E5A}" presName="hierChild2" presStyleCnt="0"/>
      <dgm:spPr/>
    </dgm:pt>
    <dgm:pt modelId="{EA98196F-E137-4124-A807-8D7231F0E477}" type="pres">
      <dgm:prSet presAssocID="{A9637FFE-09F8-43C3-A500-602BAB847FE4}" presName="hierRoot1" presStyleCnt="0"/>
      <dgm:spPr/>
    </dgm:pt>
    <dgm:pt modelId="{AD513B10-144E-4EB0-A673-1341ED6E5CE4}" type="pres">
      <dgm:prSet presAssocID="{A9637FFE-09F8-43C3-A500-602BAB847FE4}" presName="composite" presStyleCnt="0"/>
      <dgm:spPr/>
    </dgm:pt>
    <dgm:pt modelId="{7D7B5B33-4CD0-44AE-8A69-A706B63E58F9}" type="pres">
      <dgm:prSet presAssocID="{A9637FFE-09F8-43C3-A500-602BAB847FE4}" presName="background" presStyleLbl="node0" presStyleIdx="2" presStyleCnt="3"/>
      <dgm:spPr/>
    </dgm:pt>
    <dgm:pt modelId="{9B1F060C-75CF-418B-8B03-6711DB3635E1}" type="pres">
      <dgm:prSet presAssocID="{A9637FFE-09F8-43C3-A500-602BAB847FE4}" presName="text" presStyleLbl="fgAcc0" presStyleIdx="2" presStyleCnt="3">
        <dgm:presLayoutVars>
          <dgm:chPref val="3"/>
        </dgm:presLayoutVars>
      </dgm:prSet>
      <dgm:spPr/>
    </dgm:pt>
    <dgm:pt modelId="{D868EA91-79FB-48C7-AD8C-09A1B20737D1}" type="pres">
      <dgm:prSet presAssocID="{A9637FFE-09F8-43C3-A500-602BAB847FE4}" presName="hierChild2" presStyleCnt="0"/>
      <dgm:spPr/>
    </dgm:pt>
  </dgm:ptLst>
  <dgm:cxnLst>
    <dgm:cxn modelId="{740DE114-81AC-4C17-B1D1-495BD06491EA}" type="presOf" srcId="{A9637FFE-09F8-43C3-A500-602BAB847FE4}" destId="{9B1F060C-75CF-418B-8B03-6711DB3635E1}" srcOrd="0" destOrd="0" presId="urn:microsoft.com/office/officeart/2005/8/layout/hierarchy1"/>
    <dgm:cxn modelId="{C13CEC46-8204-45DB-B6AD-7F6B8D77B71A}" srcId="{02D201A1-2E5D-4493-993E-F6CCBE16693A}" destId="{2D6B585C-42D0-4A98-BE9C-9F68EDA3CD61}" srcOrd="0" destOrd="0" parTransId="{531BFF64-9EAA-4CA9-A6BE-C7C440D50CC8}" sibTransId="{3A3B71C0-F811-4DF5-8DA1-C4EDC4FAF94C}"/>
    <dgm:cxn modelId="{B507F767-3042-40BF-80F5-955E383C2E54}" type="presOf" srcId="{2D6B585C-42D0-4A98-BE9C-9F68EDA3CD61}" destId="{649315EB-9121-4B96-9371-A8AF503395E1}" srcOrd="0" destOrd="0" presId="urn:microsoft.com/office/officeart/2005/8/layout/hierarchy1"/>
    <dgm:cxn modelId="{CF264E89-9A59-4D7C-A3CF-41D4A544AD5D}" srcId="{02D201A1-2E5D-4493-993E-F6CCBE16693A}" destId="{A9637FFE-09F8-43C3-A500-602BAB847FE4}" srcOrd="2" destOrd="0" parTransId="{CAAAE644-39BB-4D5B-9254-BD19C39286B3}" sibTransId="{646688F7-4267-4A27-BF29-3FFE8422AAFB}"/>
    <dgm:cxn modelId="{97FDA2AA-4F84-4BB3-BB65-24D102E66678}" type="presOf" srcId="{2D29DEE6-0815-4FE0-A2B2-869815CC1E5A}" destId="{0F1F0EDE-99D1-4CB8-9641-BB3274FDF803}" srcOrd="0" destOrd="0" presId="urn:microsoft.com/office/officeart/2005/8/layout/hierarchy1"/>
    <dgm:cxn modelId="{895A1DE7-DB99-4162-B53E-4FEA508A9EC1}" type="presOf" srcId="{02D201A1-2E5D-4493-993E-F6CCBE16693A}" destId="{C261EB4B-45E2-4AE0-84E4-55DEB09FFC07}" srcOrd="0" destOrd="0" presId="urn:microsoft.com/office/officeart/2005/8/layout/hierarchy1"/>
    <dgm:cxn modelId="{994CECF8-2AF0-4E5F-B6C7-D2A3204A5224}" srcId="{02D201A1-2E5D-4493-993E-F6CCBE16693A}" destId="{2D29DEE6-0815-4FE0-A2B2-869815CC1E5A}" srcOrd="1" destOrd="0" parTransId="{1C8CA519-E35B-430E-8169-2602E52518A9}" sibTransId="{14B85FB1-8A64-418D-BC16-43A23035A05F}"/>
    <dgm:cxn modelId="{27AD84B4-9027-4F5A-8A46-56E2B92D7829}" type="presParOf" srcId="{C261EB4B-45E2-4AE0-84E4-55DEB09FFC07}" destId="{14F51199-44CE-4CDB-B06A-9D35D9FD65EA}" srcOrd="0" destOrd="0" presId="urn:microsoft.com/office/officeart/2005/8/layout/hierarchy1"/>
    <dgm:cxn modelId="{CA6270A8-CC41-42D7-B347-332214BFBDC5}" type="presParOf" srcId="{14F51199-44CE-4CDB-B06A-9D35D9FD65EA}" destId="{5C5B6C90-8166-408D-B029-004A43583240}" srcOrd="0" destOrd="0" presId="urn:microsoft.com/office/officeart/2005/8/layout/hierarchy1"/>
    <dgm:cxn modelId="{58087D71-2FB8-44E0-A446-F7ADB1F5433C}" type="presParOf" srcId="{5C5B6C90-8166-408D-B029-004A43583240}" destId="{A7E4FBC7-36B2-46BA-ADA8-53C9C086BCC4}" srcOrd="0" destOrd="0" presId="urn:microsoft.com/office/officeart/2005/8/layout/hierarchy1"/>
    <dgm:cxn modelId="{99D373BD-2DF9-46D7-9134-365AB9F55C37}" type="presParOf" srcId="{5C5B6C90-8166-408D-B029-004A43583240}" destId="{649315EB-9121-4B96-9371-A8AF503395E1}" srcOrd="1" destOrd="0" presId="urn:microsoft.com/office/officeart/2005/8/layout/hierarchy1"/>
    <dgm:cxn modelId="{47BADD6A-737D-4C9F-9B2A-DD3F9EDADF26}" type="presParOf" srcId="{14F51199-44CE-4CDB-B06A-9D35D9FD65EA}" destId="{0999385D-E56B-4077-878E-7BD9983D414D}" srcOrd="1" destOrd="0" presId="urn:microsoft.com/office/officeart/2005/8/layout/hierarchy1"/>
    <dgm:cxn modelId="{F5A386FF-1064-47BD-B8DC-8BB9821D9637}" type="presParOf" srcId="{C261EB4B-45E2-4AE0-84E4-55DEB09FFC07}" destId="{C52D1547-D9A1-4B6A-9AFA-4FC6161B08F9}" srcOrd="1" destOrd="0" presId="urn:microsoft.com/office/officeart/2005/8/layout/hierarchy1"/>
    <dgm:cxn modelId="{0ACEB89E-C250-4769-94A7-8650E06E871B}" type="presParOf" srcId="{C52D1547-D9A1-4B6A-9AFA-4FC6161B08F9}" destId="{952C766B-89F1-444C-984F-4C04613207F6}" srcOrd="0" destOrd="0" presId="urn:microsoft.com/office/officeart/2005/8/layout/hierarchy1"/>
    <dgm:cxn modelId="{CDBB2381-0B20-4EE2-84D8-EEADC437BF33}" type="presParOf" srcId="{952C766B-89F1-444C-984F-4C04613207F6}" destId="{1D042E0A-3330-4AE3-A2DA-2D19BA545774}" srcOrd="0" destOrd="0" presId="urn:microsoft.com/office/officeart/2005/8/layout/hierarchy1"/>
    <dgm:cxn modelId="{B015504A-C21A-4C8F-A9B0-E92FE3995E85}" type="presParOf" srcId="{952C766B-89F1-444C-984F-4C04613207F6}" destId="{0F1F0EDE-99D1-4CB8-9641-BB3274FDF803}" srcOrd="1" destOrd="0" presId="urn:microsoft.com/office/officeart/2005/8/layout/hierarchy1"/>
    <dgm:cxn modelId="{45DB5AFD-FBD9-4257-BDB0-05354BAA5FF8}" type="presParOf" srcId="{C52D1547-D9A1-4B6A-9AFA-4FC6161B08F9}" destId="{1F4E2640-540B-4CD5-9E11-D7A72CBB4574}" srcOrd="1" destOrd="0" presId="urn:microsoft.com/office/officeart/2005/8/layout/hierarchy1"/>
    <dgm:cxn modelId="{2FEF2869-AC2E-400C-84B0-033F38E81E13}" type="presParOf" srcId="{C261EB4B-45E2-4AE0-84E4-55DEB09FFC07}" destId="{EA98196F-E137-4124-A807-8D7231F0E477}" srcOrd="2" destOrd="0" presId="urn:microsoft.com/office/officeart/2005/8/layout/hierarchy1"/>
    <dgm:cxn modelId="{76D7F4FC-0EE6-4841-9F27-03FCE8A95672}" type="presParOf" srcId="{EA98196F-E137-4124-A807-8D7231F0E477}" destId="{AD513B10-144E-4EB0-A673-1341ED6E5CE4}" srcOrd="0" destOrd="0" presId="urn:microsoft.com/office/officeart/2005/8/layout/hierarchy1"/>
    <dgm:cxn modelId="{1F97FAD1-E420-4DE2-A56E-FF8E6450CAD2}" type="presParOf" srcId="{AD513B10-144E-4EB0-A673-1341ED6E5CE4}" destId="{7D7B5B33-4CD0-44AE-8A69-A706B63E58F9}" srcOrd="0" destOrd="0" presId="urn:microsoft.com/office/officeart/2005/8/layout/hierarchy1"/>
    <dgm:cxn modelId="{F7AF6FE5-A814-4D88-862A-F242481B8882}" type="presParOf" srcId="{AD513B10-144E-4EB0-A673-1341ED6E5CE4}" destId="{9B1F060C-75CF-418B-8B03-6711DB3635E1}" srcOrd="1" destOrd="0" presId="urn:microsoft.com/office/officeart/2005/8/layout/hierarchy1"/>
    <dgm:cxn modelId="{82B83428-2F04-4E95-A3F1-B4C67BDAD962}" type="presParOf" srcId="{EA98196F-E137-4124-A807-8D7231F0E477}" destId="{D868EA91-79FB-48C7-AD8C-09A1B20737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73AA1A-8D41-4803-A5B5-24F3302444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85BC99-D743-43CD-A292-B551FD93DE91}">
      <dgm:prSet/>
      <dgm:spPr/>
      <dgm:t>
        <a:bodyPr/>
        <a:lstStyle/>
        <a:p>
          <a:r>
            <a:rPr lang="en-PK" b="0" i="0" baseline="0"/>
            <a:t>Remove missing values</a:t>
          </a:r>
          <a:endParaRPr lang="en-US"/>
        </a:p>
      </dgm:t>
    </dgm:pt>
    <dgm:pt modelId="{DC7F4763-2F52-42F5-ABFE-2DB5983F7A3E}" type="parTrans" cxnId="{3E5BD454-8013-433E-ACA9-8C25969F741B}">
      <dgm:prSet/>
      <dgm:spPr/>
      <dgm:t>
        <a:bodyPr/>
        <a:lstStyle/>
        <a:p>
          <a:endParaRPr lang="en-US"/>
        </a:p>
      </dgm:t>
    </dgm:pt>
    <dgm:pt modelId="{FC352AB9-1DC1-4173-B548-52DC63C49F11}" type="sibTrans" cxnId="{3E5BD454-8013-433E-ACA9-8C25969F741B}">
      <dgm:prSet/>
      <dgm:spPr/>
      <dgm:t>
        <a:bodyPr/>
        <a:lstStyle/>
        <a:p>
          <a:endParaRPr lang="en-US"/>
        </a:p>
      </dgm:t>
    </dgm:pt>
    <dgm:pt modelId="{8FF270E7-5F9C-45D1-AD11-2D7351DD26A3}">
      <dgm:prSet/>
      <dgm:spPr/>
      <dgm:t>
        <a:bodyPr/>
        <a:lstStyle/>
        <a:p>
          <a:r>
            <a:rPr lang="en-PK" b="0" i="0" baseline="0"/>
            <a:t>Lowercase text, remove punctuation &amp; stopwords</a:t>
          </a:r>
          <a:endParaRPr lang="en-US"/>
        </a:p>
      </dgm:t>
    </dgm:pt>
    <dgm:pt modelId="{61890100-6902-4173-9519-08DB44CC6C67}" type="parTrans" cxnId="{10D42F66-7114-4ED8-A893-95E84FE16281}">
      <dgm:prSet/>
      <dgm:spPr/>
      <dgm:t>
        <a:bodyPr/>
        <a:lstStyle/>
        <a:p>
          <a:endParaRPr lang="en-US"/>
        </a:p>
      </dgm:t>
    </dgm:pt>
    <dgm:pt modelId="{DEE6B8FA-B985-4FDC-81BE-3D1BC91BB237}" type="sibTrans" cxnId="{10D42F66-7114-4ED8-A893-95E84FE16281}">
      <dgm:prSet/>
      <dgm:spPr/>
      <dgm:t>
        <a:bodyPr/>
        <a:lstStyle/>
        <a:p>
          <a:endParaRPr lang="en-US"/>
        </a:p>
      </dgm:t>
    </dgm:pt>
    <dgm:pt modelId="{3D92952A-9F57-4F2C-9553-8FF35A98B3C1}">
      <dgm:prSet/>
      <dgm:spPr/>
      <dgm:t>
        <a:bodyPr/>
        <a:lstStyle/>
        <a:p>
          <a:r>
            <a:rPr lang="en-PK" b="0" i="0" baseline="0"/>
            <a:t>Tokenization</a:t>
          </a:r>
          <a:endParaRPr lang="en-US"/>
        </a:p>
      </dgm:t>
    </dgm:pt>
    <dgm:pt modelId="{A62C149B-D763-4042-906B-02F26995A857}" type="parTrans" cxnId="{E75A4492-5D58-47F5-A3FA-2933A432BEB7}">
      <dgm:prSet/>
      <dgm:spPr/>
      <dgm:t>
        <a:bodyPr/>
        <a:lstStyle/>
        <a:p>
          <a:endParaRPr lang="en-US"/>
        </a:p>
      </dgm:t>
    </dgm:pt>
    <dgm:pt modelId="{1F9760BD-C0A5-44F3-8720-90D63D84EFB2}" type="sibTrans" cxnId="{E75A4492-5D58-47F5-A3FA-2933A432BEB7}">
      <dgm:prSet/>
      <dgm:spPr/>
      <dgm:t>
        <a:bodyPr/>
        <a:lstStyle/>
        <a:p>
          <a:endParaRPr lang="en-US"/>
        </a:p>
      </dgm:t>
    </dgm:pt>
    <dgm:pt modelId="{9BD49ACB-FF74-430A-9E1A-A7AC79933383}" type="pres">
      <dgm:prSet presAssocID="{1D73AA1A-8D41-4803-A5B5-24F330244489}" presName="linear" presStyleCnt="0">
        <dgm:presLayoutVars>
          <dgm:animLvl val="lvl"/>
          <dgm:resizeHandles val="exact"/>
        </dgm:presLayoutVars>
      </dgm:prSet>
      <dgm:spPr/>
    </dgm:pt>
    <dgm:pt modelId="{96B13F75-BFE4-447A-960E-74B4A142EE79}" type="pres">
      <dgm:prSet presAssocID="{F485BC99-D743-43CD-A292-B551FD93DE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86FF42-32A8-456E-8FEA-AEB72F3D32B5}" type="pres">
      <dgm:prSet presAssocID="{FC352AB9-1DC1-4173-B548-52DC63C49F11}" presName="spacer" presStyleCnt="0"/>
      <dgm:spPr/>
    </dgm:pt>
    <dgm:pt modelId="{4730806E-96B7-4552-BB4A-B26DAE51B177}" type="pres">
      <dgm:prSet presAssocID="{8FF270E7-5F9C-45D1-AD11-2D7351DD26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029192D-6A29-405E-890A-B065E55A83D1}" type="pres">
      <dgm:prSet presAssocID="{DEE6B8FA-B985-4FDC-81BE-3D1BC91BB237}" presName="spacer" presStyleCnt="0"/>
      <dgm:spPr/>
    </dgm:pt>
    <dgm:pt modelId="{A52619E6-1642-48FC-B8E7-85AA201AA6F5}" type="pres">
      <dgm:prSet presAssocID="{3D92952A-9F57-4F2C-9553-8FF35A98B3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D42F66-7114-4ED8-A893-95E84FE16281}" srcId="{1D73AA1A-8D41-4803-A5B5-24F330244489}" destId="{8FF270E7-5F9C-45D1-AD11-2D7351DD26A3}" srcOrd="1" destOrd="0" parTransId="{61890100-6902-4173-9519-08DB44CC6C67}" sibTransId="{DEE6B8FA-B985-4FDC-81BE-3D1BC91BB237}"/>
    <dgm:cxn modelId="{75C31B4C-FB66-446A-9A5C-62109A5765FE}" type="presOf" srcId="{3D92952A-9F57-4F2C-9553-8FF35A98B3C1}" destId="{A52619E6-1642-48FC-B8E7-85AA201AA6F5}" srcOrd="0" destOrd="0" presId="urn:microsoft.com/office/officeart/2005/8/layout/vList2"/>
    <dgm:cxn modelId="{3E5BD454-8013-433E-ACA9-8C25969F741B}" srcId="{1D73AA1A-8D41-4803-A5B5-24F330244489}" destId="{F485BC99-D743-43CD-A292-B551FD93DE91}" srcOrd="0" destOrd="0" parTransId="{DC7F4763-2F52-42F5-ABFE-2DB5983F7A3E}" sibTransId="{FC352AB9-1DC1-4173-B548-52DC63C49F11}"/>
    <dgm:cxn modelId="{70DE3683-3980-426A-BB49-15026561C217}" type="presOf" srcId="{8FF270E7-5F9C-45D1-AD11-2D7351DD26A3}" destId="{4730806E-96B7-4552-BB4A-B26DAE51B177}" srcOrd="0" destOrd="0" presId="urn:microsoft.com/office/officeart/2005/8/layout/vList2"/>
    <dgm:cxn modelId="{E75A4492-5D58-47F5-A3FA-2933A432BEB7}" srcId="{1D73AA1A-8D41-4803-A5B5-24F330244489}" destId="{3D92952A-9F57-4F2C-9553-8FF35A98B3C1}" srcOrd="2" destOrd="0" parTransId="{A62C149B-D763-4042-906B-02F26995A857}" sibTransId="{1F9760BD-C0A5-44F3-8720-90D63D84EFB2}"/>
    <dgm:cxn modelId="{516978CD-A2C0-4DAA-8D6C-F6837AE1552B}" type="presOf" srcId="{F485BC99-D743-43CD-A292-B551FD93DE91}" destId="{96B13F75-BFE4-447A-960E-74B4A142EE79}" srcOrd="0" destOrd="0" presId="urn:microsoft.com/office/officeart/2005/8/layout/vList2"/>
    <dgm:cxn modelId="{9E1C5EEF-A9A9-439F-9E20-54C746FFC907}" type="presOf" srcId="{1D73AA1A-8D41-4803-A5B5-24F330244489}" destId="{9BD49ACB-FF74-430A-9E1A-A7AC79933383}" srcOrd="0" destOrd="0" presId="urn:microsoft.com/office/officeart/2005/8/layout/vList2"/>
    <dgm:cxn modelId="{8B586F0F-0AEA-4777-97CC-B0B06222A3FB}" type="presParOf" srcId="{9BD49ACB-FF74-430A-9E1A-A7AC79933383}" destId="{96B13F75-BFE4-447A-960E-74B4A142EE79}" srcOrd="0" destOrd="0" presId="urn:microsoft.com/office/officeart/2005/8/layout/vList2"/>
    <dgm:cxn modelId="{CF3B0434-8044-420E-A199-4236D4EE81B7}" type="presParOf" srcId="{9BD49ACB-FF74-430A-9E1A-A7AC79933383}" destId="{0E86FF42-32A8-456E-8FEA-AEB72F3D32B5}" srcOrd="1" destOrd="0" presId="urn:microsoft.com/office/officeart/2005/8/layout/vList2"/>
    <dgm:cxn modelId="{2772699D-7B93-497F-BA1E-1997C2A01008}" type="presParOf" srcId="{9BD49ACB-FF74-430A-9E1A-A7AC79933383}" destId="{4730806E-96B7-4552-BB4A-B26DAE51B177}" srcOrd="2" destOrd="0" presId="urn:microsoft.com/office/officeart/2005/8/layout/vList2"/>
    <dgm:cxn modelId="{4F43BC51-830B-4321-8993-C029F9E93353}" type="presParOf" srcId="{9BD49ACB-FF74-430A-9E1A-A7AC79933383}" destId="{E029192D-6A29-405E-890A-B065E55A83D1}" srcOrd="3" destOrd="0" presId="urn:microsoft.com/office/officeart/2005/8/layout/vList2"/>
    <dgm:cxn modelId="{73DC1FEC-B39B-452C-A92B-30CD8BF2194F}" type="presParOf" srcId="{9BD49ACB-FF74-430A-9E1A-A7AC79933383}" destId="{A52619E6-1642-48FC-B8E7-85AA201AA6F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9A45D0-87C0-4827-9514-6E86AC315422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CBB9DD3-75D2-448C-A821-9158DED7A391}">
      <dgm:prSet/>
      <dgm:spPr/>
      <dgm:t>
        <a:bodyPr/>
        <a:lstStyle/>
        <a:p>
          <a:r>
            <a:rPr lang="en-PK" b="0" i="0" baseline="0"/>
            <a:t>Convert text → numerical vectors</a:t>
          </a:r>
          <a:endParaRPr lang="en-US"/>
        </a:p>
      </dgm:t>
    </dgm:pt>
    <dgm:pt modelId="{8533F2A0-4A8E-4BC0-A0E3-008EC70DC256}" type="parTrans" cxnId="{0A72EF66-36DD-4C43-8617-DB5C1FE80F09}">
      <dgm:prSet/>
      <dgm:spPr/>
      <dgm:t>
        <a:bodyPr/>
        <a:lstStyle/>
        <a:p>
          <a:endParaRPr lang="en-US"/>
        </a:p>
      </dgm:t>
    </dgm:pt>
    <dgm:pt modelId="{FBD727BB-787D-4227-8EC7-4010201A03CC}" type="sibTrans" cxnId="{0A72EF66-36DD-4C43-8617-DB5C1FE80F09}">
      <dgm:prSet/>
      <dgm:spPr/>
      <dgm:t>
        <a:bodyPr/>
        <a:lstStyle/>
        <a:p>
          <a:endParaRPr lang="en-US"/>
        </a:p>
      </dgm:t>
    </dgm:pt>
    <dgm:pt modelId="{7DC62A06-B5A7-4BC3-A3E0-4A3E43103746}">
      <dgm:prSet/>
      <dgm:spPr/>
      <dgm:t>
        <a:bodyPr/>
        <a:lstStyle/>
        <a:p>
          <a:r>
            <a:rPr lang="en-PK" b="0" i="0" baseline="0"/>
            <a:t>Term Frequency-Inverse Document Frequency (TF-IDF)</a:t>
          </a:r>
          <a:endParaRPr lang="en-US"/>
        </a:p>
      </dgm:t>
    </dgm:pt>
    <dgm:pt modelId="{4DF5EFCE-CE85-4369-9F35-F79AD72D177F}" type="parTrans" cxnId="{F4B344E1-DEFE-4B08-83A3-5163347589EF}">
      <dgm:prSet/>
      <dgm:spPr/>
      <dgm:t>
        <a:bodyPr/>
        <a:lstStyle/>
        <a:p>
          <a:endParaRPr lang="en-US"/>
        </a:p>
      </dgm:t>
    </dgm:pt>
    <dgm:pt modelId="{90B14972-3415-475F-AB64-366B075A2C5E}" type="sibTrans" cxnId="{F4B344E1-DEFE-4B08-83A3-5163347589EF}">
      <dgm:prSet/>
      <dgm:spPr/>
      <dgm:t>
        <a:bodyPr/>
        <a:lstStyle/>
        <a:p>
          <a:endParaRPr lang="en-US"/>
        </a:p>
      </dgm:t>
    </dgm:pt>
    <dgm:pt modelId="{B812D0AD-097F-495D-81BD-00F38CF331CF}">
      <dgm:prSet/>
      <dgm:spPr/>
      <dgm:t>
        <a:bodyPr/>
        <a:lstStyle/>
        <a:p>
          <a:r>
            <a:rPr lang="en-US" b="0" i="0" baseline="0" dirty="0"/>
            <a:t>Implemented from scratch </a:t>
          </a:r>
          <a:br>
            <a:rPr lang="en-PK" b="0" i="0" baseline="0" dirty="0"/>
          </a:br>
          <a:endParaRPr lang="en-US" dirty="0"/>
        </a:p>
      </dgm:t>
    </dgm:pt>
    <dgm:pt modelId="{47FC47E4-BCBE-433B-835D-74A0627C2DDA}" type="parTrans" cxnId="{0C6C0E72-92F9-4B65-8727-E33A5BEB8D33}">
      <dgm:prSet/>
      <dgm:spPr/>
      <dgm:t>
        <a:bodyPr/>
        <a:lstStyle/>
        <a:p>
          <a:endParaRPr lang="en-US"/>
        </a:p>
      </dgm:t>
    </dgm:pt>
    <dgm:pt modelId="{6D2F297E-B47C-4D31-8EF1-81B433E69AE6}" type="sibTrans" cxnId="{0C6C0E72-92F9-4B65-8727-E33A5BEB8D33}">
      <dgm:prSet/>
      <dgm:spPr/>
      <dgm:t>
        <a:bodyPr/>
        <a:lstStyle/>
        <a:p>
          <a:endParaRPr lang="en-US"/>
        </a:p>
      </dgm:t>
    </dgm:pt>
    <dgm:pt modelId="{71E74619-CA12-43EE-8EAC-DFB44F2B0F00}" type="pres">
      <dgm:prSet presAssocID="{3C9A45D0-87C0-4827-9514-6E86AC31542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56D105-CBB4-4373-8673-FD224E2D460B}" type="pres">
      <dgm:prSet presAssocID="{9CBB9DD3-75D2-448C-A821-9158DED7A391}" presName="hierRoot1" presStyleCnt="0">
        <dgm:presLayoutVars>
          <dgm:hierBranch val="init"/>
        </dgm:presLayoutVars>
      </dgm:prSet>
      <dgm:spPr/>
    </dgm:pt>
    <dgm:pt modelId="{472B49FB-9470-495F-BBA7-11B2B00EFCC2}" type="pres">
      <dgm:prSet presAssocID="{9CBB9DD3-75D2-448C-A821-9158DED7A391}" presName="rootComposite1" presStyleCnt="0"/>
      <dgm:spPr/>
    </dgm:pt>
    <dgm:pt modelId="{2F1FD18C-8F86-4F8C-BA73-F2DE91E69463}" type="pres">
      <dgm:prSet presAssocID="{9CBB9DD3-75D2-448C-A821-9158DED7A391}" presName="rootText1" presStyleLbl="node0" presStyleIdx="0" presStyleCnt="3">
        <dgm:presLayoutVars>
          <dgm:chPref val="3"/>
        </dgm:presLayoutVars>
      </dgm:prSet>
      <dgm:spPr/>
    </dgm:pt>
    <dgm:pt modelId="{242864F1-0F4C-4FCF-B517-231330508940}" type="pres">
      <dgm:prSet presAssocID="{9CBB9DD3-75D2-448C-A821-9158DED7A391}" presName="rootConnector1" presStyleLbl="node1" presStyleIdx="0" presStyleCnt="0"/>
      <dgm:spPr/>
    </dgm:pt>
    <dgm:pt modelId="{A70310C1-A4FE-4171-A505-549B5DEABA4C}" type="pres">
      <dgm:prSet presAssocID="{9CBB9DD3-75D2-448C-A821-9158DED7A391}" presName="hierChild2" presStyleCnt="0"/>
      <dgm:spPr/>
    </dgm:pt>
    <dgm:pt modelId="{1AF3EAFE-4B1B-4D62-91EB-80116878603E}" type="pres">
      <dgm:prSet presAssocID="{9CBB9DD3-75D2-448C-A821-9158DED7A391}" presName="hierChild3" presStyleCnt="0"/>
      <dgm:spPr/>
    </dgm:pt>
    <dgm:pt modelId="{7DB6E6FB-B9D9-4256-A7EC-B50F6BAC7614}" type="pres">
      <dgm:prSet presAssocID="{7DC62A06-B5A7-4BC3-A3E0-4A3E43103746}" presName="hierRoot1" presStyleCnt="0">
        <dgm:presLayoutVars>
          <dgm:hierBranch val="init"/>
        </dgm:presLayoutVars>
      </dgm:prSet>
      <dgm:spPr/>
    </dgm:pt>
    <dgm:pt modelId="{D2EDA11B-5BC6-4606-8D13-9DCDF2424EE2}" type="pres">
      <dgm:prSet presAssocID="{7DC62A06-B5A7-4BC3-A3E0-4A3E43103746}" presName="rootComposite1" presStyleCnt="0"/>
      <dgm:spPr/>
    </dgm:pt>
    <dgm:pt modelId="{615C9439-2502-4984-B2C6-EEC12C8A26DA}" type="pres">
      <dgm:prSet presAssocID="{7DC62A06-B5A7-4BC3-A3E0-4A3E43103746}" presName="rootText1" presStyleLbl="node0" presStyleIdx="1" presStyleCnt="3">
        <dgm:presLayoutVars>
          <dgm:chPref val="3"/>
        </dgm:presLayoutVars>
      </dgm:prSet>
      <dgm:spPr/>
    </dgm:pt>
    <dgm:pt modelId="{A204A218-0476-49A3-8316-1C688E44B3A1}" type="pres">
      <dgm:prSet presAssocID="{7DC62A06-B5A7-4BC3-A3E0-4A3E43103746}" presName="rootConnector1" presStyleLbl="node1" presStyleIdx="0" presStyleCnt="0"/>
      <dgm:spPr/>
    </dgm:pt>
    <dgm:pt modelId="{0AA1272B-22F4-4EE7-BDA8-F6555B2F591E}" type="pres">
      <dgm:prSet presAssocID="{7DC62A06-B5A7-4BC3-A3E0-4A3E43103746}" presName="hierChild2" presStyleCnt="0"/>
      <dgm:spPr/>
    </dgm:pt>
    <dgm:pt modelId="{9561777C-1CC2-463D-95D0-E1F14BE4FE9C}" type="pres">
      <dgm:prSet presAssocID="{7DC62A06-B5A7-4BC3-A3E0-4A3E43103746}" presName="hierChild3" presStyleCnt="0"/>
      <dgm:spPr/>
    </dgm:pt>
    <dgm:pt modelId="{44C3B557-D7BF-44C1-98CF-E67E79F2C8A9}" type="pres">
      <dgm:prSet presAssocID="{B812D0AD-097F-495D-81BD-00F38CF331CF}" presName="hierRoot1" presStyleCnt="0">
        <dgm:presLayoutVars>
          <dgm:hierBranch val="init"/>
        </dgm:presLayoutVars>
      </dgm:prSet>
      <dgm:spPr/>
    </dgm:pt>
    <dgm:pt modelId="{F3A681A2-1B05-4A0B-BB00-9AA952185BC1}" type="pres">
      <dgm:prSet presAssocID="{B812D0AD-097F-495D-81BD-00F38CF331CF}" presName="rootComposite1" presStyleCnt="0"/>
      <dgm:spPr/>
    </dgm:pt>
    <dgm:pt modelId="{B36C2472-5100-4FB1-B1AC-AF56A09B274D}" type="pres">
      <dgm:prSet presAssocID="{B812D0AD-097F-495D-81BD-00F38CF331CF}" presName="rootText1" presStyleLbl="node0" presStyleIdx="2" presStyleCnt="3">
        <dgm:presLayoutVars>
          <dgm:chPref val="3"/>
        </dgm:presLayoutVars>
      </dgm:prSet>
      <dgm:spPr/>
    </dgm:pt>
    <dgm:pt modelId="{DDC7917F-E6A1-48D9-B8D2-5EA7488D718A}" type="pres">
      <dgm:prSet presAssocID="{B812D0AD-097F-495D-81BD-00F38CF331CF}" presName="rootConnector1" presStyleLbl="node1" presStyleIdx="0" presStyleCnt="0"/>
      <dgm:spPr/>
    </dgm:pt>
    <dgm:pt modelId="{0397C980-40F9-4521-9D42-526D48CB6B1D}" type="pres">
      <dgm:prSet presAssocID="{B812D0AD-097F-495D-81BD-00F38CF331CF}" presName="hierChild2" presStyleCnt="0"/>
      <dgm:spPr/>
    </dgm:pt>
    <dgm:pt modelId="{30A1DD83-D490-4A82-B211-67FF4A856C1D}" type="pres">
      <dgm:prSet presAssocID="{B812D0AD-097F-495D-81BD-00F38CF331CF}" presName="hierChild3" presStyleCnt="0"/>
      <dgm:spPr/>
    </dgm:pt>
  </dgm:ptLst>
  <dgm:cxnLst>
    <dgm:cxn modelId="{10BB9F06-FB8C-4550-8A1F-64C4600A8576}" type="presOf" srcId="{3C9A45D0-87C0-4827-9514-6E86AC315422}" destId="{71E74619-CA12-43EE-8EAC-DFB44F2B0F00}" srcOrd="0" destOrd="0" presId="urn:microsoft.com/office/officeart/2009/3/layout/HorizontalOrganizationChart"/>
    <dgm:cxn modelId="{C522E609-CC7D-49F3-A9A3-74AA512D4774}" type="presOf" srcId="{9CBB9DD3-75D2-448C-A821-9158DED7A391}" destId="{242864F1-0F4C-4FCF-B517-231330508940}" srcOrd="1" destOrd="0" presId="urn:microsoft.com/office/officeart/2009/3/layout/HorizontalOrganizationChart"/>
    <dgm:cxn modelId="{4FE1CF35-A671-4907-AD29-033FF341CE26}" type="presOf" srcId="{7DC62A06-B5A7-4BC3-A3E0-4A3E43103746}" destId="{615C9439-2502-4984-B2C6-EEC12C8A26DA}" srcOrd="0" destOrd="0" presId="urn:microsoft.com/office/officeart/2009/3/layout/HorizontalOrganizationChart"/>
    <dgm:cxn modelId="{0A72EF66-36DD-4C43-8617-DB5C1FE80F09}" srcId="{3C9A45D0-87C0-4827-9514-6E86AC315422}" destId="{9CBB9DD3-75D2-448C-A821-9158DED7A391}" srcOrd="0" destOrd="0" parTransId="{8533F2A0-4A8E-4BC0-A0E3-008EC70DC256}" sibTransId="{FBD727BB-787D-4227-8EC7-4010201A03CC}"/>
    <dgm:cxn modelId="{9EC89E4F-98E4-4ADE-81E4-167A907CD594}" type="presOf" srcId="{B812D0AD-097F-495D-81BD-00F38CF331CF}" destId="{B36C2472-5100-4FB1-B1AC-AF56A09B274D}" srcOrd="0" destOrd="0" presId="urn:microsoft.com/office/officeart/2009/3/layout/HorizontalOrganizationChart"/>
    <dgm:cxn modelId="{0C6C0E72-92F9-4B65-8727-E33A5BEB8D33}" srcId="{3C9A45D0-87C0-4827-9514-6E86AC315422}" destId="{B812D0AD-097F-495D-81BD-00F38CF331CF}" srcOrd="2" destOrd="0" parTransId="{47FC47E4-BCBE-433B-835D-74A0627C2DDA}" sibTransId="{6D2F297E-B47C-4D31-8EF1-81B433E69AE6}"/>
    <dgm:cxn modelId="{ACC09190-5A4D-4722-9306-236042812B39}" type="presOf" srcId="{9CBB9DD3-75D2-448C-A821-9158DED7A391}" destId="{2F1FD18C-8F86-4F8C-BA73-F2DE91E69463}" srcOrd="0" destOrd="0" presId="urn:microsoft.com/office/officeart/2009/3/layout/HorizontalOrganizationChart"/>
    <dgm:cxn modelId="{E89C4BAC-0669-4370-B2F6-E530409ADACF}" type="presOf" srcId="{7DC62A06-B5A7-4BC3-A3E0-4A3E43103746}" destId="{A204A218-0476-49A3-8316-1C688E44B3A1}" srcOrd="1" destOrd="0" presId="urn:microsoft.com/office/officeart/2009/3/layout/HorizontalOrganizationChart"/>
    <dgm:cxn modelId="{E6A660CE-CAE4-468B-9CA3-123FC4D59ED7}" type="presOf" srcId="{B812D0AD-097F-495D-81BD-00F38CF331CF}" destId="{DDC7917F-E6A1-48D9-B8D2-5EA7488D718A}" srcOrd="1" destOrd="0" presId="urn:microsoft.com/office/officeart/2009/3/layout/HorizontalOrganizationChart"/>
    <dgm:cxn modelId="{F4B344E1-DEFE-4B08-83A3-5163347589EF}" srcId="{3C9A45D0-87C0-4827-9514-6E86AC315422}" destId="{7DC62A06-B5A7-4BC3-A3E0-4A3E43103746}" srcOrd="1" destOrd="0" parTransId="{4DF5EFCE-CE85-4369-9F35-F79AD72D177F}" sibTransId="{90B14972-3415-475F-AB64-366B075A2C5E}"/>
    <dgm:cxn modelId="{4B2D98B7-E5AE-470D-A6F4-9F6898123103}" type="presParOf" srcId="{71E74619-CA12-43EE-8EAC-DFB44F2B0F00}" destId="{4656D105-CBB4-4373-8673-FD224E2D460B}" srcOrd="0" destOrd="0" presId="urn:microsoft.com/office/officeart/2009/3/layout/HorizontalOrganizationChart"/>
    <dgm:cxn modelId="{75AD30AB-9F47-4DD3-B191-4E5FFDA36B4C}" type="presParOf" srcId="{4656D105-CBB4-4373-8673-FD224E2D460B}" destId="{472B49FB-9470-495F-BBA7-11B2B00EFCC2}" srcOrd="0" destOrd="0" presId="urn:microsoft.com/office/officeart/2009/3/layout/HorizontalOrganizationChart"/>
    <dgm:cxn modelId="{FD31843B-3301-4510-9873-CD5F85E0E678}" type="presParOf" srcId="{472B49FB-9470-495F-BBA7-11B2B00EFCC2}" destId="{2F1FD18C-8F86-4F8C-BA73-F2DE91E69463}" srcOrd="0" destOrd="0" presId="urn:microsoft.com/office/officeart/2009/3/layout/HorizontalOrganizationChart"/>
    <dgm:cxn modelId="{EDEE1016-ED9C-4A82-8109-ECE4740FB2DB}" type="presParOf" srcId="{472B49FB-9470-495F-BBA7-11B2B00EFCC2}" destId="{242864F1-0F4C-4FCF-B517-231330508940}" srcOrd="1" destOrd="0" presId="urn:microsoft.com/office/officeart/2009/3/layout/HorizontalOrganizationChart"/>
    <dgm:cxn modelId="{50ACC4A9-A048-4A07-B265-16CD3E4FFE9C}" type="presParOf" srcId="{4656D105-CBB4-4373-8673-FD224E2D460B}" destId="{A70310C1-A4FE-4171-A505-549B5DEABA4C}" srcOrd="1" destOrd="0" presId="urn:microsoft.com/office/officeart/2009/3/layout/HorizontalOrganizationChart"/>
    <dgm:cxn modelId="{1268CCF6-C309-42C5-81EE-1A73C8FB3051}" type="presParOf" srcId="{4656D105-CBB4-4373-8673-FD224E2D460B}" destId="{1AF3EAFE-4B1B-4D62-91EB-80116878603E}" srcOrd="2" destOrd="0" presId="urn:microsoft.com/office/officeart/2009/3/layout/HorizontalOrganizationChart"/>
    <dgm:cxn modelId="{BFC1E7EC-7DEB-4E7C-8F72-1A69335261F9}" type="presParOf" srcId="{71E74619-CA12-43EE-8EAC-DFB44F2B0F00}" destId="{7DB6E6FB-B9D9-4256-A7EC-B50F6BAC7614}" srcOrd="1" destOrd="0" presId="urn:microsoft.com/office/officeart/2009/3/layout/HorizontalOrganizationChart"/>
    <dgm:cxn modelId="{F8027A53-0DE1-4470-9FD0-16C93D3FACD0}" type="presParOf" srcId="{7DB6E6FB-B9D9-4256-A7EC-B50F6BAC7614}" destId="{D2EDA11B-5BC6-4606-8D13-9DCDF2424EE2}" srcOrd="0" destOrd="0" presId="urn:microsoft.com/office/officeart/2009/3/layout/HorizontalOrganizationChart"/>
    <dgm:cxn modelId="{8B952770-3C68-46BE-AB3B-6389A1993E7C}" type="presParOf" srcId="{D2EDA11B-5BC6-4606-8D13-9DCDF2424EE2}" destId="{615C9439-2502-4984-B2C6-EEC12C8A26DA}" srcOrd="0" destOrd="0" presId="urn:microsoft.com/office/officeart/2009/3/layout/HorizontalOrganizationChart"/>
    <dgm:cxn modelId="{58556632-A41E-4DF8-B76F-B4896C759CB3}" type="presParOf" srcId="{D2EDA11B-5BC6-4606-8D13-9DCDF2424EE2}" destId="{A204A218-0476-49A3-8316-1C688E44B3A1}" srcOrd="1" destOrd="0" presId="urn:microsoft.com/office/officeart/2009/3/layout/HorizontalOrganizationChart"/>
    <dgm:cxn modelId="{1D8E174A-25B7-4E6A-8B1A-3CAAD9815E1D}" type="presParOf" srcId="{7DB6E6FB-B9D9-4256-A7EC-B50F6BAC7614}" destId="{0AA1272B-22F4-4EE7-BDA8-F6555B2F591E}" srcOrd="1" destOrd="0" presId="urn:microsoft.com/office/officeart/2009/3/layout/HorizontalOrganizationChart"/>
    <dgm:cxn modelId="{FC054C3A-1514-403A-8D9C-32D1CD347709}" type="presParOf" srcId="{7DB6E6FB-B9D9-4256-A7EC-B50F6BAC7614}" destId="{9561777C-1CC2-463D-95D0-E1F14BE4FE9C}" srcOrd="2" destOrd="0" presId="urn:microsoft.com/office/officeart/2009/3/layout/HorizontalOrganizationChart"/>
    <dgm:cxn modelId="{BDEAF24A-6B89-4A62-B074-60BA1F09318A}" type="presParOf" srcId="{71E74619-CA12-43EE-8EAC-DFB44F2B0F00}" destId="{44C3B557-D7BF-44C1-98CF-E67E79F2C8A9}" srcOrd="2" destOrd="0" presId="urn:microsoft.com/office/officeart/2009/3/layout/HorizontalOrganizationChart"/>
    <dgm:cxn modelId="{6A0BFE98-8AB3-4663-890E-6A6ACD3FAED6}" type="presParOf" srcId="{44C3B557-D7BF-44C1-98CF-E67E79F2C8A9}" destId="{F3A681A2-1B05-4A0B-BB00-9AA952185BC1}" srcOrd="0" destOrd="0" presId="urn:microsoft.com/office/officeart/2009/3/layout/HorizontalOrganizationChart"/>
    <dgm:cxn modelId="{4A306326-139A-458B-96A6-3FFDA53C3BE3}" type="presParOf" srcId="{F3A681A2-1B05-4A0B-BB00-9AA952185BC1}" destId="{B36C2472-5100-4FB1-B1AC-AF56A09B274D}" srcOrd="0" destOrd="0" presId="urn:microsoft.com/office/officeart/2009/3/layout/HorizontalOrganizationChart"/>
    <dgm:cxn modelId="{D2D4AD0F-E549-46A5-AE89-4A7F9F7D9D74}" type="presParOf" srcId="{F3A681A2-1B05-4A0B-BB00-9AA952185BC1}" destId="{DDC7917F-E6A1-48D9-B8D2-5EA7488D718A}" srcOrd="1" destOrd="0" presId="urn:microsoft.com/office/officeart/2009/3/layout/HorizontalOrganizationChart"/>
    <dgm:cxn modelId="{639F4B59-67C5-4647-AB34-6261954E2280}" type="presParOf" srcId="{44C3B557-D7BF-44C1-98CF-E67E79F2C8A9}" destId="{0397C980-40F9-4521-9D42-526D48CB6B1D}" srcOrd="1" destOrd="0" presId="urn:microsoft.com/office/officeart/2009/3/layout/HorizontalOrganizationChart"/>
    <dgm:cxn modelId="{14DBEDCD-F02D-4D77-A694-37040C6C2BF7}" type="presParOf" srcId="{44C3B557-D7BF-44C1-98CF-E67E79F2C8A9}" destId="{30A1DD83-D490-4A82-B211-67FF4A856C1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949040-4008-473C-9A00-66FD1796DEF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7812B0-8BDE-4BCE-BAA6-701017EB26EE}">
      <dgm:prSet/>
      <dgm:spPr/>
      <dgm:t>
        <a:bodyPr/>
        <a:lstStyle/>
        <a:p>
          <a:r>
            <a:rPr lang="en-PK" b="1" i="0" baseline="0"/>
            <a:t>Support Vector Machine (SVM)</a:t>
          </a:r>
          <a:r>
            <a:rPr lang="en-PK" b="0" i="0" baseline="0"/>
            <a:t> for binary classification</a:t>
          </a:r>
          <a:endParaRPr lang="en-US"/>
        </a:p>
      </dgm:t>
    </dgm:pt>
    <dgm:pt modelId="{BD9DDB9A-8FBF-4CE7-9A6B-2E54DB3FF219}" type="parTrans" cxnId="{9B9DC602-F2EA-4A76-9AD1-919C73C26880}">
      <dgm:prSet/>
      <dgm:spPr/>
      <dgm:t>
        <a:bodyPr/>
        <a:lstStyle/>
        <a:p>
          <a:endParaRPr lang="en-US"/>
        </a:p>
      </dgm:t>
    </dgm:pt>
    <dgm:pt modelId="{4F335BB4-BBFB-4448-BC62-8311D22FF057}" type="sibTrans" cxnId="{9B9DC602-F2EA-4A76-9AD1-919C73C26880}">
      <dgm:prSet/>
      <dgm:spPr/>
      <dgm:t>
        <a:bodyPr/>
        <a:lstStyle/>
        <a:p>
          <a:endParaRPr lang="en-US"/>
        </a:p>
      </dgm:t>
    </dgm:pt>
    <dgm:pt modelId="{B4BA9DA4-D743-46C8-AC7F-D3CEC54B9A50}">
      <dgm:prSet/>
      <dgm:spPr/>
      <dgm:t>
        <a:bodyPr/>
        <a:lstStyle/>
        <a:p>
          <a:r>
            <a:rPr lang="en-PK" b="0" i="0" baseline="0"/>
            <a:t>Handles high-dimensional data well (text data)</a:t>
          </a:r>
          <a:endParaRPr lang="en-US"/>
        </a:p>
      </dgm:t>
    </dgm:pt>
    <dgm:pt modelId="{1A90F872-0D70-4722-9C75-1C91D66669A6}" type="parTrans" cxnId="{9F91FCC4-CC7D-466F-BBBB-9083AE19BE5C}">
      <dgm:prSet/>
      <dgm:spPr/>
      <dgm:t>
        <a:bodyPr/>
        <a:lstStyle/>
        <a:p>
          <a:endParaRPr lang="en-US"/>
        </a:p>
      </dgm:t>
    </dgm:pt>
    <dgm:pt modelId="{8F1AE10A-D5C2-4C2A-9F90-F375E1D66EA7}" type="sibTrans" cxnId="{9F91FCC4-CC7D-466F-BBBB-9083AE19BE5C}">
      <dgm:prSet/>
      <dgm:spPr/>
      <dgm:t>
        <a:bodyPr/>
        <a:lstStyle/>
        <a:p>
          <a:endParaRPr lang="en-US"/>
        </a:p>
      </dgm:t>
    </dgm:pt>
    <dgm:pt modelId="{99345258-6A6D-4B66-879D-3A582C63B5B8}">
      <dgm:prSet/>
      <dgm:spPr/>
      <dgm:t>
        <a:bodyPr/>
        <a:lstStyle/>
        <a:p>
          <a:r>
            <a:rPr lang="en-PK" b="0" i="0" baseline="0"/>
            <a:t>Finds optimal boundary between Fake and Real news</a:t>
          </a:r>
          <a:endParaRPr lang="en-US"/>
        </a:p>
      </dgm:t>
    </dgm:pt>
    <dgm:pt modelId="{9BFFD64D-8F55-489C-82AB-746D9D525BC4}" type="parTrans" cxnId="{61386711-2795-4562-B937-A67AA2A2B567}">
      <dgm:prSet/>
      <dgm:spPr/>
      <dgm:t>
        <a:bodyPr/>
        <a:lstStyle/>
        <a:p>
          <a:endParaRPr lang="en-US"/>
        </a:p>
      </dgm:t>
    </dgm:pt>
    <dgm:pt modelId="{AC62C764-44D8-440A-B4D4-8B5514CDC3D4}" type="sibTrans" cxnId="{61386711-2795-4562-B937-A67AA2A2B567}">
      <dgm:prSet/>
      <dgm:spPr/>
      <dgm:t>
        <a:bodyPr/>
        <a:lstStyle/>
        <a:p>
          <a:endParaRPr lang="en-US"/>
        </a:p>
      </dgm:t>
    </dgm:pt>
    <dgm:pt modelId="{1DDC1BC2-C00F-46E9-AF6C-14F94FCEAA3C}" type="pres">
      <dgm:prSet presAssocID="{2A949040-4008-473C-9A00-66FD1796DEFE}" presName="outerComposite" presStyleCnt="0">
        <dgm:presLayoutVars>
          <dgm:chMax val="5"/>
          <dgm:dir/>
          <dgm:resizeHandles val="exact"/>
        </dgm:presLayoutVars>
      </dgm:prSet>
      <dgm:spPr/>
    </dgm:pt>
    <dgm:pt modelId="{14CD8D47-025D-4ACF-86BF-0201A61D9224}" type="pres">
      <dgm:prSet presAssocID="{2A949040-4008-473C-9A00-66FD1796DEFE}" presName="dummyMaxCanvas" presStyleCnt="0">
        <dgm:presLayoutVars/>
      </dgm:prSet>
      <dgm:spPr/>
    </dgm:pt>
    <dgm:pt modelId="{4567595E-B846-41D3-9666-25FD888DD1D3}" type="pres">
      <dgm:prSet presAssocID="{2A949040-4008-473C-9A00-66FD1796DEFE}" presName="ThreeNodes_1" presStyleLbl="node1" presStyleIdx="0" presStyleCnt="3">
        <dgm:presLayoutVars>
          <dgm:bulletEnabled val="1"/>
        </dgm:presLayoutVars>
      </dgm:prSet>
      <dgm:spPr/>
    </dgm:pt>
    <dgm:pt modelId="{E84E7234-0381-4252-B023-6338916BAAEB}" type="pres">
      <dgm:prSet presAssocID="{2A949040-4008-473C-9A00-66FD1796DEFE}" presName="ThreeNodes_2" presStyleLbl="node1" presStyleIdx="1" presStyleCnt="3">
        <dgm:presLayoutVars>
          <dgm:bulletEnabled val="1"/>
        </dgm:presLayoutVars>
      </dgm:prSet>
      <dgm:spPr/>
    </dgm:pt>
    <dgm:pt modelId="{52439321-DE39-430D-9B36-EBDDC5FAF090}" type="pres">
      <dgm:prSet presAssocID="{2A949040-4008-473C-9A00-66FD1796DEFE}" presName="ThreeNodes_3" presStyleLbl="node1" presStyleIdx="2" presStyleCnt="3">
        <dgm:presLayoutVars>
          <dgm:bulletEnabled val="1"/>
        </dgm:presLayoutVars>
      </dgm:prSet>
      <dgm:spPr/>
    </dgm:pt>
    <dgm:pt modelId="{37AE41F3-4294-414F-B045-E0D28476C025}" type="pres">
      <dgm:prSet presAssocID="{2A949040-4008-473C-9A00-66FD1796DEFE}" presName="ThreeConn_1-2" presStyleLbl="fgAccFollowNode1" presStyleIdx="0" presStyleCnt="2">
        <dgm:presLayoutVars>
          <dgm:bulletEnabled val="1"/>
        </dgm:presLayoutVars>
      </dgm:prSet>
      <dgm:spPr/>
    </dgm:pt>
    <dgm:pt modelId="{4F8CB31A-EFA6-4AF2-A214-C7DB2FDD2A4B}" type="pres">
      <dgm:prSet presAssocID="{2A949040-4008-473C-9A00-66FD1796DEFE}" presName="ThreeConn_2-3" presStyleLbl="fgAccFollowNode1" presStyleIdx="1" presStyleCnt="2">
        <dgm:presLayoutVars>
          <dgm:bulletEnabled val="1"/>
        </dgm:presLayoutVars>
      </dgm:prSet>
      <dgm:spPr/>
    </dgm:pt>
    <dgm:pt modelId="{C88CB0F5-D46D-417B-8B3B-B00316BADB40}" type="pres">
      <dgm:prSet presAssocID="{2A949040-4008-473C-9A00-66FD1796DEFE}" presName="ThreeNodes_1_text" presStyleLbl="node1" presStyleIdx="2" presStyleCnt="3">
        <dgm:presLayoutVars>
          <dgm:bulletEnabled val="1"/>
        </dgm:presLayoutVars>
      </dgm:prSet>
      <dgm:spPr/>
    </dgm:pt>
    <dgm:pt modelId="{BF9289E8-B4EB-4C58-94E0-4CA6965FF12F}" type="pres">
      <dgm:prSet presAssocID="{2A949040-4008-473C-9A00-66FD1796DEFE}" presName="ThreeNodes_2_text" presStyleLbl="node1" presStyleIdx="2" presStyleCnt="3">
        <dgm:presLayoutVars>
          <dgm:bulletEnabled val="1"/>
        </dgm:presLayoutVars>
      </dgm:prSet>
      <dgm:spPr/>
    </dgm:pt>
    <dgm:pt modelId="{8B7C8691-3865-4611-B469-E4D789177C42}" type="pres">
      <dgm:prSet presAssocID="{2A949040-4008-473C-9A00-66FD1796DEF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B9DC602-F2EA-4A76-9AD1-919C73C26880}" srcId="{2A949040-4008-473C-9A00-66FD1796DEFE}" destId="{757812B0-8BDE-4BCE-BAA6-701017EB26EE}" srcOrd="0" destOrd="0" parTransId="{BD9DDB9A-8FBF-4CE7-9A6B-2E54DB3FF219}" sibTransId="{4F335BB4-BBFB-4448-BC62-8311D22FF057}"/>
    <dgm:cxn modelId="{61386711-2795-4562-B937-A67AA2A2B567}" srcId="{2A949040-4008-473C-9A00-66FD1796DEFE}" destId="{99345258-6A6D-4B66-879D-3A582C63B5B8}" srcOrd="2" destOrd="0" parTransId="{9BFFD64D-8F55-489C-82AB-746D9D525BC4}" sibTransId="{AC62C764-44D8-440A-B4D4-8B5514CDC3D4}"/>
    <dgm:cxn modelId="{F267C93B-8ACF-4C05-8ECE-7BFF9DBC79BF}" type="presOf" srcId="{B4BA9DA4-D743-46C8-AC7F-D3CEC54B9A50}" destId="{E84E7234-0381-4252-B023-6338916BAAEB}" srcOrd="0" destOrd="0" presId="urn:microsoft.com/office/officeart/2005/8/layout/vProcess5"/>
    <dgm:cxn modelId="{42981C42-5E82-487C-A802-D4491483F835}" type="presOf" srcId="{B4BA9DA4-D743-46C8-AC7F-D3CEC54B9A50}" destId="{BF9289E8-B4EB-4C58-94E0-4CA6965FF12F}" srcOrd="1" destOrd="0" presId="urn:microsoft.com/office/officeart/2005/8/layout/vProcess5"/>
    <dgm:cxn modelId="{CC850849-0126-4131-A0A7-11CA20FBF140}" type="presOf" srcId="{2A949040-4008-473C-9A00-66FD1796DEFE}" destId="{1DDC1BC2-C00F-46E9-AF6C-14F94FCEAA3C}" srcOrd="0" destOrd="0" presId="urn:microsoft.com/office/officeart/2005/8/layout/vProcess5"/>
    <dgm:cxn modelId="{B92FCA76-51FD-426C-98B2-3F90D839AAE8}" type="presOf" srcId="{99345258-6A6D-4B66-879D-3A582C63B5B8}" destId="{8B7C8691-3865-4611-B469-E4D789177C42}" srcOrd="1" destOrd="0" presId="urn:microsoft.com/office/officeart/2005/8/layout/vProcess5"/>
    <dgm:cxn modelId="{23AA32A5-F385-4EB8-801C-051A598997AE}" type="presOf" srcId="{757812B0-8BDE-4BCE-BAA6-701017EB26EE}" destId="{C88CB0F5-D46D-417B-8B3B-B00316BADB40}" srcOrd="1" destOrd="0" presId="urn:microsoft.com/office/officeart/2005/8/layout/vProcess5"/>
    <dgm:cxn modelId="{E41F89A9-DEAE-4BFD-BE27-F9B5ACE928EA}" type="presOf" srcId="{99345258-6A6D-4B66-879D-3A582C63B5B8}" destId="{52439321-DE39-430D-9B36-EBDDC5FAF090}" srcOrd="0" destOrd="0" presId="urn:microsoft.com/office/officeart/2005/8/layout/vProcess5"/>
    <dgm:cxn modelId="{90E22CBF-BAA5-4F5D-9F5D-D8CA84E0B57F}" type="presOf" srcId="{757812B0-8BDE-4BCE-BAA6-701017EB26EE}" destId="{4567595E-B846-41D3-9666-25FD888DD1D3}" srcOrd="0" destOrd="0" presId="urn:microsoft.com/office/officeart/2005/8/layout/vProcess5"/>
    <dgm:cxn modelId="{9F91FCC4-CC7D-466F-BBBB-9083AE19BE5C}" srcId="{2A949040-4008-473C-9A00-66FD1796DEFE}" destId="{B4BA9DA4-D743-46C8-AC7F-D3CEC54B9A50}" srcOrd="1" destOrd="0" parTransId="{1A90F872-0D70-4722-9C75-1C91D66669A6}" sibTransId="{8F1AE10A-D5C2-4C2A-9F90-F375E1D66EA7}"/>
    <dgm:cxn modelId="{8061C5DC-1A97-4B39-96A4-22292846BFCB}" type="presOf" srcId="{4F335BB4-BBFB-4448-BC62-8311D22FF057}" destId="{37AE41F3-4294-414F-B045-E0D28476C025}" srcOrd="0" destOrd="0" presId="urn:microsoft.com/office/officeart/2005/8/layout/vProcess5"/>
    <dgm:cxn modelId="{2FC431F9-8DD2-4AA2-975A-88681E17AB38}" type="presOf" srcId="{8F1AE10A-D5C2-4C2A-9F90-F375E1D66EA7}" destId="{4F8CB31A-EFA6-4AF2-A214-C7DB2FDD2A4B}" srcOrd="0" destOrd="0" presId="urn:microsoft.com/office/officeart/2005/8/layout/vProcess5"/>
    <dgm:cxn modelId="{6A8C9CA9-7429-40D0-AF93-083119540C7B}" type="presParOf" srcId="{1DDC1BC2-C00F-46E9-AF6C-14F94FCEAA3C}" destId="{14CD8D47-025D-4ACF-86BF-0201A61D9224}" srcOrd="0" destOrd="0" presId="urn:microsoft.com/office/officeart/2005/8/layout/vProcess5"/>
    <dgm:cxn modelId="{57ABAB8C-B721-41D7-89D5-9CCB451E84BA}" type="presParOf" srcId="{1DDC1BC2-C00F-46E9-AF6C-14F94FCEAA3C}" destId="{4567595E-B846-41D3-9666-25FD888DD1D3}" srcOrd="1" destOrd="0" presId="urn:microsoft.com/office/officeart/2005/8/layout/vProcess5"/>
    <dgm:cxn modelId="{0334AD6D-6571-490A-AFC7-0516A691FD8F}" type="presParOf" srcId="{1DDC1BC2-C00F-46E9-AF6C-14F94FCEAA3C}" destId="{E84E7234-0381-4252-B023-6338916BAAEB}" srcOrd="2" destOrd="0" presId="urn:microsoft.com/office/officeart/2005/8/layout/vProcess5"/>
    <dgm:cxn modelId="{952DA828-302B-4F27-A119-56ECD3FE58CB}" type="presParOf" srcId="{1DDC1BC2-C00F-46E9-AF6C-14F94FCEAA3C}" destId="{52439321-DE39-430D-9B36-EBDDC5FAF090}" srcOrd="3" destOrd="0" presId="urn:microsoft.com/office/officeart/2005/8/layout/vProcess5"/>
    <dgm:cxn modelId="{E6317D08-AD21-443C-B6ED-A641D6E94118}" type="presParOf" srcId="{1DDC1BC2-C00F-46E9-AF6C-14F94FCEAA3C}" destId="{37AE41F3-4294-414F-B045-E0D28476C025}" srcOrd="4" destOrd="0" presId="urn:microsoft.com/office/officeart/2005/8/layout/vProcess5"/>
    <dgm:cxn modelId="{99D40C0A-64FB-428E-8E52-933BA2AF076A}" type="presParOf" srcId="{1DDC1BC2-C00F-46E9-AF6C-14F94FCEAA3C}" destId="{4F8CB31A-EFA6-4AF2-A214-C7DB2FDD2A4B}" srcOrd="5" destOrd="0" presId="urn:microsoft.com/office/officeart/2005/8/layout/vProcess5"/>
    <dgm:cxn modelId="{77A1FF36-140C-4431-8392-260CAA10609E}" type="presParOf" srcId="{1DDC1BC2-C00F-46E9-AF6C-14F94FCEAA3C}" destId="{C88CB0F5-D46D-417B-8B3B-B00316BADB40}" srcOrd="6" destOrd="0" presId="urn:microsoft.com/office/officeart/2005/8/layout/vProcess5"/>
    <dgm:cxn modelId="{BE4131E9-6B14-4023-AB61-65DE1C842166}" type="presParOf" srcId="{1DDC1BC2-C00F-46E9-AF6C-14F94FCEAA3C}" destId="{BF9289E8-B4EB-4C58-94E0-4CA6965FF12F}" srcOrd="7" destOrd="0" presId="urn:microsoft.com/office/officeart/2005/8/layout/vProcess5"/>
    <dgm:cxn modelId="{88B72024-F43D-463C-9891-B057F75BFAF0}" type="presParOf" srcId="{1DDC1BC2-C00F-46E9-AF6C-14F94FCEAA3C}" destId="{8B7C8691-3865-4611-B469-E4D789177C4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AF24E5-18E4-46FB-921F-8B156718195A}" type="doc">
      <dgm:prSet loTypeId="urn:microsoft.com/office/officeart/2018/2/layout/IconLabelList" loCatId="icon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77E2BE-E089-46E5-8927-3761DE9F33F0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>
              <a:latin typeface="Arial" panose="020B0604020202020204" pitchFamily="34" charset="0"/>
              <a:cs typeface="Arial" panose="020B0604020202020204" pitchFamily="34" charset="0"/>
            </a:rPr>
            <a:t>Split dataset: 80% training, 20% testing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11B19C-C336-4408-B911-D97101E20452}" type="parTrans" cxnId="{3A02B2AB-3454-4618-9E51-75A2F5A3F6F5}">
      <dgm:prSet/>
      <dgm:spPr/>
      <dgm:t>
        <a:bodyPr/>
        <a:lstStyle/>
        <a:p>
          <a:endParaRPr lang="en-US"/>
        </a:p>
      </dgm:t>
    </dgm:pt>
    <dgm:pt modelId="{B36A649F-25A5-4C88-BC3B-7414A3843FBA}" type="sibTrans" cxnId="{3A02B2AB-3454-4618-9E51-75A2F5A3F6F5}">
      <dgm:prSet phldrT="1" phldr="0"/>
      <dgm:spPr/>
    </dgm:pt>
    <dgm:pt modelId="{6BE6231C-9483-4CA1-8387-DB09A8AC1A25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Train SVM on TF-IDF features</a:t>
          </a:r>
          <a:endParaRPr lang="en-US"/>
        </a:p>
      </dgm:t>
    </dgm:pt>
    <dgm:pt modelId="{EA6D4BF8-E25C-41FD-A56E-ABB1A31FCC1E}" type="parTrans" cxnId="{94D5D281-E4E9-4C59-ACAE-E29F5A031874}">
      <dgm:prSet/>
      <dgm:spPr/>
      <dgm:t>
        <a:bodyPr/>
        <a:lstStyle/>
        <a:p>
          <a:endParaRPr lang="en-US"/>
        </a:p>
      </dgm:t>
    </dgm:pt>
    <dgm:pt modelId="{CBC9BD3F-D033-40E4-9505-1786AFE88DCE}" type="sibTrans" cxnId="{94D5D281-E4E9-4C59-ACAE-E29F5A031874}">
      <dgm:prSet phldrT="2" phldr="0"/>
      <dgm:spPr/>
    </dgm:pt>
    <dgm:pt modelId="{BFE0979B-275E-435E-941A-816368FD7C97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Predict on test set</a:t>
          </a:r>
          <a:endParaRPr lang="en-US"/>
        </a:p>
      </dgm:t>
    </dgm:pt>
    <dgm:pt modelId="{42C64504-82E8-4842-929C-C89F54655F83}" type="parTrans" cxnId="{6F50033E-5CC8-4A22-B45A-143AE8EC6B1F}">
      <dgm:prSet/>
      <dgm:spPr/>
      <dgm:t>
        <a:bodyPr/>
        <a:lstStyle/>
        <a:p>
          <a:endParaRPr lang="en-US"/>
        </a:p>
      </dgm:t>
    </dgm:pt>
    <dgm:pt modelId="{5791A4C3-3AB3-4FF1-B437-31A33BE6314C}" type="sibTrans" cxnId="{6F50033E-5CC8-4A22-B45A-143AE8EC6B1F}">
      <dgm:prSet phldrT="3" phldr="0"/>
      <dgm:spPr/>
    </dgm:pt>
    <dgm:pt modelId="{31037BEE-81A3-4A22-83E2-6B0148870153}" type="pres">
      <dgm:prSet presAssocID="{ECAF24E5-18E4-46FB-921F-8B156718195A}" presName="root" presStyleCnt="0">
        <dgm:presLayoutVars>
          <dgm:dir/>
          <dgm:resizeHandles val="exact"/>
        </dgm:presLayoutVars>
      </dgm:prSet>
      <dgm:spPr/>
    </dgm:pt>
    <dgm:pt modelId="{5316C880-C726-4F28-886B-CE22388788D2}" type="pres">
      <dgm:prSet presAssocID="{0D77E2BE-E089-46E5-8927-3761DE9F33F0}" presName="compNode" presStyleCnt="0"/>
      <dgm:spPr/>
    </dgm:pt>
    <dgm:pt modelId="{DCA45780-EC23-49A8-8815-9113467B7815}" type="pres">
      <dgm:prSet presAssocID="{0D77E2BE-E089-46E5-8927-3761DE9F33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9601B4E-0D78-42CE-95D5-AB69FEB5F618}" type="pres">
      <dgm:prSet presAssocID="{0D77E2BE-E089-46E5-8927-3761DE9F33F0}" presName="spaceRect" presStyleCnt="0"/>
      <dgm:spPr/>
    </dgm:pt>
    <dgm:pt modelId="{79546F05-8F31-4A64-B094-1712A338270F}" type="pres">
      <dgm:prSet presAssocID="{0D77E2BE-E089-46E5-8927-3761DE9F33F0}" presName="textRect" presStyleLbl="revTx" presStyleIdx="0" presStyleCnt="3">
        <dgm:presLayoutVars>
          <dgm:chMax val="1"/>
          <dgm:chPref val="1"/>
        </dgm:presLayoutVars>
      </dgm:prSet>
      <dgm:spPr/>
    </dgm:pt>
    <dgm:pt modelId="{778F4F4F-D47B-4D41-BD9D-927F7180D5B2}" type="pres">
      <dgm:prSet presAssocID="{B36A649F-25A5-4C88-BC3B-7414A3843FBA}" presName="sibTrans" presStyleCnt="0"/>
      <dgm:spPr/>
    </dgm:pt>
    <dgm:pt modelId="{CE81D262-C312-4990-9EFD-66C13A696121}" type="pres">
      <dgm:prSet presAssocID="{6BE6231C-9483-4CA1-8387-DB09A8AC1A25}" presName="compNode" presStyleCnt="0"/>
      <dgm:spPr/>
    </dgm:pt>
    <dgm:pt modelId="{144E3611-5BCF-4698-98FC-552470F0118F}" type="pres">
      <dgm:prSet presAssocID="{6BE6231C-9483-4CA1-8387-DB09A8AC1A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805198E-E7A1-4CB0-9E40-44F897CABBAB}" type="pres">
      <dgm:prSet presAssocID="{6BE6231C-9483-4CA1-8387-DB09A8AC1A25}" presName="spaceRect" presStyleCnt="0"/>
      <dgm:spPr/>
    </dgm:pt>
    <dgm:pt modelId="{F42CC577-9089-4985-BAA5-ABC55172528F}" type="pres">
      <dgm:prSet presAssocID="{6BE6231C-9483-4CA1-8387-DB09A8AC1A25}" presName="textRect" presStyleLbl="revTx" presStyleIdx="1" presStyleCnt="3">
        <dgm:presLayoutVars>
          <dgm:chMax val="1"/>
          <dgm:chPref val="1"/>
        </dgm:presLayoutVars>
      </dgm:prSet>
      <dgm:spPr/>
    </dgm:pt>
    <dgm:pt modelId="{8F316AF5-882C-4CAB-9D2F-038D77CFE485}" type="pres">
      <dgm:prSet presAssocID="{CBC9BD3F-D033-40E4-9505-1786AFE88DCE}" presName="sibTrans" presStyleCnt="0"/>
      <dgm:spPr/>
    </dgm:pt>
    <dgm:pt modelId="{9B35A629-E261-4533-93C3-6577C051E4DF}" type="pres">
      <dgm:prSet presAssocID="{BFE0979B-275E-435E-941A-816368FD7C97}" presName="compNode" presStyleCnt="0"/>
      <dgm:spPr/>
    </dgm:pt>
    <dgm:pt modelId="{CDE1B180-0197-440E-A696-16BB705DC01A}" type="pres">
      <dgm:prSet presAssocID="{BFE0979B-275E-435E-941A-816368FD7C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17509D2-7581-4BB5-9876-CBD0E00BDD35}" type="pres">
      <dgm:prSet presAssocID="{BFE0979B-275E-435E-941A-816368FD7C97}" presName="spaceRect" presStyleCnt="0"/>
      <dgm:spPr/>
    </dgm:pt>
    <dgm:pt modelId="{215C1617-9957-4634-9953-D47A6C0F4B2E}" type="pres">
      <dgm:prSet presAssocID="{BFE0979B-275E-435E-941A-816368FD7C9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C9D41E-BC31-4722-B639-B47774C1BD4D}" type="presOf" srcId="{ECAF24E5-18E4-46FB-921F-8B156718195A}" destId="{31037BEE-81A3-4A22-83E2-6B0148870153}" srcOrd="0" destOrd="0" presId="urn:microsoft.com/office/officeart/2018/2/layout/IconLabelList"/>
    <dgm:cxn modelId="{6F50033E-5CC8-4A22-B45A-143AE8EC6B1F}" srcId="{ECAF24E5-18E4-46FB-921F-8B156718195A}" destId="{BFE0979B-275E-435E-941A-816368FD7C97}" srcOrd="2" destOrd="0" parTransId="{42C64504-82E8-4842-929C-C89F54655F83}" sibTransId="{5791A4C3-3AB3-4FF1-B437-31A33BE6314C}"/>
    <dgm:cxn modelId="{3B92844C-BFB3-48D6-8408-EF82F0AB2744}" type="presOf" srcId="{6BE6231C-9483-4CA1-8387-DB09A8AC1A25}" destId="{F42CC577-9089-4985-BAA5-ABC55172528F}" srcOrd="0" destOrd="0" presId="urn:microsoft.com/office/officeart/2018/2/layout/IconLabelList"/>
    <dgm:cxn modelId="{E66D0979-3FD8-4F69-8D52-59E48AF0A0DA}" type="presOf" srcId="{BFE0979B-275E-435E-941A-816368FD7C97}" destId="{215C1617-9957-4634-9953-D47A6C0F4B2E}" srcOrd="0" destOrd="0" presId="urn:microsoft.com/office/officeart/2018/2/layout/IconLabelList"/>
    <dgm:cxn modelId="{94D5D281-E4E9-4C59-ACAE-E29F5A031874}" srcId="{ECAF24E5-18E4-46FB-921F-8B156718195A}" destId="{6BE6231C-9483-4CA1-8387-DB09A8AC1A25}" srcOrd="1" destOrd="0" parTransId="{EA6D4BF8-E25C-41FD-A56E-ABB1A31FCC1E}" sibTransId="{CBC9BD3F-D033-40E4-9505-1786AFE88DCE}"/>
    <dgm:cxn modelId="{3A02B2AB-3454-4618-9E51-75A2F5A3F6F5}" srcId="{ECAF24E5-18E4-46FB-921F-8B156718195A}" destId="{0D77E2BE-E089-46E5-8927-3761DE9F33F0}" srcOrd="0" destOrd="0" parTransId="{1411B19C-C336-4408-B911-D97101E20452}" sibTransId="{B36A649F-25A5-4C88-BC3B-7414A3843FBA}"/>
    <dgm:cxn modelId="{9D1D95E5-8B62-4CB3-B724-20962D1C8545}" type="presOf" srcId="{0D77E2BE-E089-46E5-8927-3761DE9F33F0}" destId="{79546F05-8F31-4A64-B094-1712A338270F}" srcOrd="0" destOrd="0" presId="urn:microsoft.com/office/officeart/2018/2/layout/IconLabelList"/>
    <dgm:cxn modelId="{B3234CB3-AAEA-47D8-AD08-F5178C82CB58}" type="presParOf" srcId="{31037BEE-81A3-4A22-83E2-6B0148870153}" destId="{5316C880-C726-4F28-886B-CE22388788D2}" srcOrd="0" destOrd="0" presId="urn:microsoft.com/office/officeart/2018/2/layout/IconLabelList"/>
    <dgm:cxn modelId="{E45B963C-102E-4316-B2B6-5DAF233FC72A}" type="presParOf" srcId="{5316C880-C726-4F28-886B-CE22388788D2}" destId="{DCA45780-EC23-49A8-8815-9113467B7815}" srcOrd="0" destOrd="0" presId="urn:microsoft.com/office/officeart/2018/2/layout/IconLabelList"/>
    <dgm:cxn modelId="{EA590DAC-6383-4D75-BC26-22C6C9594FA1}" type="presParOf" srcId="{5316C880-C726-4F28-886B-CE22388788D2}" destId="{09601B4E-0D78-42CE-95D5-AB69FEB5F618}" srcOrd="1" destOrd="0" presId="urn:microsoft.com/office/officeart/2018/2/layout/IconLabelList"/>
    <dgm:cxn modelId="{D3303F8D-1C1C-40A3-B287-5B2D2CEDEA0C}" type="presParOf" srcId="{5316C880-C726-4F28-886B-CE22388788D2}" destId="{79546F05-8F31-4A64-B094-1712A338270F}" srcOrd="2" destOrd="0" presId="urn:microsoft.com/office/officeart/2018/2/layout/IconLabelList"/>
    <dgm:cxn modelId="{67651B62-AC68-4ADC-B566-BC4B43755C19}" type="presParOf" srcId="{31037BEE-81A3-4A22-83E2-6B0148870153}" destId="{778F4F4F-D47B-4D41-BD9D-927F7180D5B2}" srcOrd="1" destOrd="0" presId="urn:microsoft.com/office/officeart/2018/2/layout/IconLabelList"/>
    <dgm:cxn modelId="{DFD4D727-5D75-416E-B853-2D7257E5059C}" type="presParOf" srcId="{31037BEE-81A3-4A22-83E2-6B0148870153}" destId="{CE81D262-C312-4990-9EFD-66C13A696121}" srcOrd="2" destOrd="0" presId="urn:microsoft.com/office/officeart/2018/2/layout/IconLabelList"/>
    <dgm:cxn modelId="{29C0DCFC-E629-4B09-9B66-5B362C796CED}" type="presParOf" srcId="{CE81D262-C312-4990-9EFD-66C13A696121}" destId="{144E3611-5BCF-4698-98FC-552470F0118F}" srcOrd="0" destOrd="0" presId="urn:microsoft.com/office/officeart/2018/2/layout/IconLabelList"/>
    <dgm:cxn modelId="{43499B47-A26C-4F62-87A3-2F70988E65FE}" type="presParOf" srcId="{CE81D262-C312-4990-9EFD-66C13A696121}" destId="{8805198E-E7A1-4CB0-9E40-44F897CABBAB}" srcOrd="1" destOrd="0" presId="urn:microsoft.com/office/officeart/2018/2/layout/IconLabelList"/>
    <dgm:cxn modelId="{BB33990F-0208-45FF-AF3D-11F88644C99E}" type="presParOf" srcId="{CE81D262-C312-4990-9EFD-66C13A696121}" destId="{F42CC577-9089-4985-BAA5-ABC55172528F}" srcOrd="2" destOrd="0" presId="urn:microsoft.com/office/officeart/2018/2/layout/IconLabelList"/>
    <dgm:cxn modelId="{D94FEBDD-A2EF-49B3-AC66-758D2027D6E2}" type="presParOf" srcId="{31037BEE-81A3-4A22-83E2-6B0148870153}" destId="{8F316AF5-882C-4CAB-9D2F-038D77CFE485}" srcOrd="3" destOrd="0" presId="urn:microsoft.com/office/officeart/2018/2/layout/IconLabelList"/>
    <dgm:cxn modelId="{55A8DB9C-296B-408E-AF29-F4CE4CB9E18B}" type="presParOf" srcId="{31037BEE-81A3-4A22-83E2-6B0148870153}" destId="{9B35A629-E261-4533-93C3-6577C051E4DF}" srcOrd="4" destOrd="0" presId="urn:microsoft.com/office/officeart/2018/2/layout/IconLabelList"/>
    <dgm:cxn modelId="{EBB28E32-739B-4374-9A97-62ADD4474618}" type="presParOf" srcId="{9B35A629-E261-4533-93C3-6577C051E4DF}" destId="{CDE1B180-0197-440E-A696-16BB705DC01A}" srcOrd="0" destOrd="0" presId="urn:microsoft.com/office/officeart/2018/2/layout/IconLabelList"/>
    <dgm:cxn modelId="{F28FF0F2-B93C-4DC0-A29B-9643A6ECF163}" type="presParOf" srcId="{9B35A629-E261-4533-93C3-6577C051E4DF}" destId="{B17509D2-7581-4BB5-9876-CBD0E00BDD35}" srcOrd="1" destOrd="0" presId="urn:microsoft.com/office/officeart/2018/2/layout/IconLabelList"/>
    <dgm:cxn modelId="{65E21528-60FB-420F-8A1D-55B1772F58A6}" type="presParOf" srcId="{9B35A629-E261-4533-93C3-6577C051E4DF}" destId="{215C1617-9957-4634-9953-D47A6C0F4B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3CC452-6AFF-4199-B5C7-7CE50AEEC1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431E24-BCA9-4B2F-8ACF-4F7630E63992}">
      <dgm:prSet/>
      <dgm:spPr/>
      <dgm:t>
        <a:bodyPr/>
        <a:lstStyle/>
        <a:p>
          <a:r>
            <a:rPr lang="en-PK" b="0" i="0" baseline="0"/>
            <a:t>High dimensionality of text data</a:t>
          </a:r>
          <a:endParaRPr lang="en-US"/>
        </a:p>
      </dgm:t>
    </dgm:pt>
    <dgm:pt modelId="{77D2790A-295E-4D1F-8B29-9E3C2FC3B260}" type="parTrans" cxnId="{ACF497DB-C091-4B98-92E4-AF8AC3EBE9A8}">
      <dgm:prSet/>
      <dgm:spPr/>
      <dgm:t>
        <a:bodyPr/>
        <a:lstStyle/>
        <a:p>
          <a:endParaRPr lang="en-US"/>
        </a:p>
      </dgm:t>
    </dgm:pt>
    <dgm:pt modelId="{DCE8CAB6-0AC7-450A-A147-0B132E2C4082}" type="sibTrans" cxnId="{ACF497DB-C091-4B98-92E4-AF8AC3EBE9A8}">
      <dgm:prSet/>
      <dgm:spPr/>
      <dgm:t>
        <a:bodyPr/>
        <a:lstStyle/>
        <a:p>
          <a:endParaRPr lang="en-US"/>
        </a:p>
      </dgm:t>
    </dgm:pt>
    <dgm:pt modelId="{73C3346D-195B-47D2-94F0-359996C41AB3}">
      <dgm:prSet/>
      <dgm:spPr/>
      <dgm:t>
        <a:bodyPr/>
        <a:lstStyle/>
        <a:p>
          <a:r>
            <a:rPr lang="en-PK" b="0" i="0" baseline="0"/>
            <a:t>Ambiguous or misleading news content</a:t>
          </a:r>
          <a:endParaRPr lang="en-US"/>
        </a:p>
      </dgm:t>
    </dgm:pt>
    <dgm:pt modelId="{29D2D852-EC6E-48EA-A36F-F97931F2ABED}" type="parTrans" cxnId="{9194A102-A013-44D1-9312-3C724FFA5E7F}">
      <dgm:prSet/>
      <dgm:spPr/>
      <dgm:t>
        <a:bodyPr/>
        <a:lstStyle/>
        <a:p>
          <a:endParaRPr lang="en-US"/>
        </a:p>
      </dgm:t>
    </dgm:pt>
    <dgm:pt modelId="{7755BFF1-0BE4-4BE1-B12F-00C04F8325C9}" type="sibTrans" cxnId="{9194A102-A013-44D1-9312-3C724FFA5E7F}">
      <dgm:prSet/>
      <dgm:spPr/>
      <dgm:t>
        <a:bodyPr/>
        <a:lstStyle/>
        <a:p>
          <a:endParaRPr lang="en-US"/>
        </a:p>
      </dgm:t>
    </dgm:pt>
    <dgm:pt modelId="{36885998-2508-47A8-9801-39400A0D0A30}">
      <dgm:prSet/>
      <dgm:spPr/>
      <dgm:t>
        <a:bodyPr/>
        <a:lstStyle/>
        <a:p>
          <a:r>
            <a:rPr lang="en-US" dirty="0"/>
            <a:t>Accuracy Score Not Ideal</a:t>
          </a:r>
        </a:p>
      </dgm:t>
    </dgm:pt>
    <dgm:pt modelId="{1D9AAA9B-690B-48B0-A458-DD16AC0B5AE8}" type="parTrans" cxnId="{A6009914-E8CA-43AF-B6AD-52F9C6BB6839}">
      <dgm:prSet/>
      <dgm:spPr/>
      <dgm:t>
        <a:bodyPr/>
        <a:lstStyle/>
        <a:p>
          <a:endParaRPr lang="en-PK"/>
        </a:p>
      </dgm:t>
    </dgm:pt>
    <dgm:pt modelId="{388CE96A-955A-441F-8C01-0BB79C8FB9BD}" type="sibTrans" cxnId="{A6009914-E8CA-43AF-B6AD-52F9C6BB6839}">
      <dgm:prSet/>
      <dgm:spPr/>
      <dgm:t>
        <a:bodyPr/>
        <a:lstStyle/>
        <a:p>
          <a:endParaRPr lang="en-PK"/>
        </a:p>
      </dgm:t>
    </dgm:pt>
    <dgm:pt modelId="{61704E96-B138-4716-86F1-05C7678D3DA2}" type="pres">
      <dgm:prSet presAssocID="{8B3CC452-6AFF-4199-B5C7-7CE50AEEC1A0}" presName="linear" presStyleCnt="0">
        <dgm:presLayoutVars>
          <dgm:animLvl val="lvl"/>
          <dgm:resizeHandles val="exact"/>
        </dgm:presLayoutVars>
      </dgm:prSet>
      <dgm:spPr/>
    </dgm:pt>
    <dgm:pt modelId="{C348C172-90E4-459F-8C7A-0CE696903FD2}" type="pres">
      <dgm:prSet presAssocID="{52431E24-BCA9-4B2F-8ACF-4F7630E639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70D19D-C975-46A4-8BCD-08615A094A1C}" type="pres">
      <dgm:prSet presAssocID="{DCE8CAB6-0AC7-450A-A147-0B132E2C4082}" presName="spacer" presStyleCnt="0"/>
      <dgm:spPr/>
    </dgm:pt>
    <dgm:pt modelId="{2E782711-F596-4C14-A3D0-FA3DEB451B97}" type="pres">
      <dgm:prSet presAssocID="{73C3346D-195B-47D2-94F0-359996C41A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A53237-5686-40F5-A1CE-5DE0EAA1F24A}" type="pres">
      <dgm:prSet presAssocID="{7755BFF1-0BE4-4BE1-B12F-00C04F8325C9}" presName="spacer" presStyleCnt="0"/>
      <dgm:spPr/>
    </dgm:pt>
    <dgm:pt modelId="{1CB1DFE1-9770-4214-AD6A-5BDB4AD17020}" type="pres">
      <dgm:prSet presAssocID="{36885998-2508-47A8-9801-39400A0D0A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94A102-A013-44D1-9312-3C724FFA5E7F}" srcId="{8B3CC452-6AFF-4199-B5C7-7CE50AEEC1A0}" destId="{73C3346D-195B-47D2-94F0-359996C41AB3}" srcOrd="1" destOrd="0" parTransId="{29D2D852-EC6E-48EA-A36F-F97931F2ABED}" sibTransId="{7755BFF1-0BE4-4BE1-B12F-00C04F8325C9}"/>
    <dgm:cxn modelId="{A6009914-E8CA-43AF-B6AD-52F9C6BB6839}" srcId="{8B3CC452-6AFF-4199-B5C7-7CE50AEEC1A0}" destId="{36885998-2508-47A8-9801-39400A0D0A30}" srcOrd="2" destOrd="0" parTransId="{1D9AAA9B-690B-48B0-A458-DD16AC0B5AE8}" sibTransId="{388CE96A-955A-441F-8C01-0BB79C8FB9BD}"/>
    <dgm:cxn modelId="{0A3B7B2A-E75D-485B-A787-641159FAA812}" type="presOf" srcId="{36885998-2508-47A8-9801-39400A0D0A30}" destId="{1CB1DFE1-9770-4214-AD6A-5BDB4AD17020}" srcOrd="0" destOrd="0" presId="urn:microsoft.com/office/officeart/2005/8/layout/vList2"/>
    <dgm:cxn modelId="{307F132F-5FEA-4E44-924D-DE8D6C21A6DA}" type="presOf" srcId="{52431E24-BCA9-4B2F-8ACF-4F7630E63992}" destId="{C348C172-90E4-459F-8C7A-0CE696903FD2}" srcOrd="0" destOrd="0" presId="urn:microsoft.com/office/officeart/2005/8/layout/vList2"/>
    <dgm:cxn modelId="{3998DFA2-1F95-4345-A281-43602EB80A69}" type="presOf" srcId="{73C3346D-195B-47D2-94F0-359996C41AB3}" destId="{2E782711-F596-4C14-A3D0-FA3DEB451B97}" srcOrd="0" destOrd="0" presId="urn:microsoft.com/office/officeart/2005/8/layout/vList2"/>
    <dgm:cxn modelId="{ACF497DB-C091-4B98-92E4-AF8AC3EBE9A8}" srcId="{8B3CC452-6AFF-4199-B5C7-7CE50AEEC1A0}" destId="{52431E24-BCA9-4B2F-8ACF-4F7630E63992}" srcOrd="0" destOrd="0" parTransId="{77D2790A-295E-4D1F-8B29-9E3C2FC3B260}" sibTransId="{DCE8CAB6-0AC7-450A-A147-0B132E2C4082}"/>
    <dgm:cxn modelId="{73DC3BFA-A0CB-4990-9A24-98193BDBE43D}" type="presOf" srcId="{8B3CC452-6AFF-4199-B5C7-7CE50AEEC1A0}" destId="{61704E96-B138-4716-86F1-05C7678D3DA2}" srcOrd="0" destOrd="0" presId="urn:microsoft.com/office/officeart/2005/8/layout/vList2"/>
    <dgm:cxn modelId="{CD582E17-14F6-46F5-82C6-821F3C6C1E7D}" type="presParOf" srcId="{61704E96-B138-4716-86F1-05C7678D3DA2}" destId="{C348C172-90E4-459F-8C7A-0CE696903FD2}" srcOrd="0" destOrd="0" presId="urn:microsoft.com/office/officeart/2005/8/layout/vList2"/>
    <dgm:cxn modelId="{D8BDFCCB-E96C-4699-A792-1AF921E992B7}" type="presParOf" srcId="{61704E96-B138-4716-86F1-05C7678D3DA2}" destId="{DE70D19D-C975-46A4-8BCD-08615A094A1C}" srcOrd="1" destOrd="0" presId="urn:microsoft.com/office/officeart/2005/8/layout/vList2"/>
    <dgm:cxn modelId="{E593187E-FB0C-46D4-ADCE-5C0EE64942E8}" type="presParOf" srcId="{61704E96-B138-4716-86F1-05C7678D3DA2}" destId="{2E782711-F596-4C14-A3D0-FA3DEB451B97}" srcOrd="2" destOrd="0" presId="urn:microsoft.com/office/officeart/2005/8/layout/vList2"/>
    <dgm:cxn modelId="{65EE2856-6A9E-4C08-ADFD-97E713CBA0E3}" type="presParOf" srcId="{61704E96-B138-4716-86F1-05C7678D3DA2}" destId="{B7A53237-5686-40F5-A1CE-5DE0EAA1F24A}" srcOrd="3" destOrd="0" presId="urn:microsoft.com/office/officeart/2005/8/layout/vList2"/>
    <dgm:cxn modelId="{8E163DD2-1C3B-4A5D-A1DA-B06153915CEA}" type="presParOf" srcId="{61704E96-B138-4716-86F1-05C7678D3DA2}" destId="{1CB1DFE1-9770-4214-AD6A-5BDB4AD1702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29ACDDB-5053-48F9-885A-6DBF9929C3F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EADB75-D7FB-4BD1-97E5-787334788897}">
      <dgm:prSet/>
      <dgm:spPr/>
      <dgm:t>
        <a:bodyPr/>
        <a:lstStyle/>
        <a:p>
          <a:r>
            <a:rPr lang="en-PK" b="0" i="0" baseline="0"/>
            <a:t>PyTorch enables deep learning models (LSTM, CNN, BERT) that capture context and semantic meaning in news text better than TF-IDF.</a:t>
          </a:r>
          <a:endParaRPr lang="en-US"/>
        </a:p>
      </dgm:t>
    </dgm:pt>
    <dgm:pt modelId="{15DF99CE-D4A6-4A4F-AE78-C090F3EC2C09}" type="parTrans" cxnId="{E5D420B4-EC0C-4640-A24F-2AE7AA949F38}">
      <dgm:prSet/>
      <dgm:spPr/>
      <dgm:t>
        <a:bodyPr/>
        <a:lstStyle/>
        <a:p>
          <a:endParaRPr lang="en-US"/>
        </a:p>
      </dgm:t>
    </dgm:pt>
    <dgm:pt modelId="{693F4CA0-ACEA-41A0-8EE0-B2AA42FD3A8E}" type="sibTrans" cxnId="{E5D420B4-EC0C-4640-A24F-2AE7AA949F38}">
      <dgm:prSet/>
      <dgm:spPr/>
      <dgm:t>
        <a:bodyPr/>
        <a:lstStyle/>
        <a:p>
          <a:endParaRPr lang="en-US"/>
        </a:p>
      </dgm:t>
    </dgm:pt>
    <dgm:pt modelId="{31649C95-4129-43F4-B821-C654BCA42182}">
      <dgm:prSet/>
      <dgm:spPr/>
      <dgm:t>
        <a:bodyPr/>
        <a:lstStyle/>
        <a:p>
          <a:r>
            <a:rPr lang="en-PK" b="0" i="0" baseline="0"/>
            <a:t>Neural networks automatically learn complex language patterns, leading to improved accuracy and recall in fake news detection.</a:t>
          </a:r>
          <a:endParaRPr lang="en-US"/>
        </a:p>
      </dgm:t>
    </dgm:pt>
    <dgm:pt modelId="{574C9F28-0C18-4B1A-9477-F4E4B60D31F3}" type="parTrans" cxnId="{AA9B3B3F-7C51-4661-B5B7-0C808FCF58E0}">
      <dgm:prSet/>
      <dgm:spPr/>
      <dgm:t>
        <a:bodyPr/>
        <a:lstStyle/>
        <a:p>
          <a:endParaRPr lang="en-US"/>
        </a:p>
      </dgm:t>
    </dgm:pt>
    <dgm:pt modelId="{F0ECAEA3-23EA-4859-B4AC-6F5B0061ACEE}" type="sibTrans" cxnId="{AA9B3B3F-7C51-4661-B5B7-0C808FCF58E0}">
      <dgm:prSet/>
      <dgm:spPr/>
      <dgm:t>
        <a:bodyPr/>
        <a:lstStyle/>
        <a:p>
          <a:endParaRPr lang="en-US"/>
        </a:p>
      </dgm:t>
    </dgm:pt>
    <dgm:pt modelId="{033DD5F6-84C0-4972-AB53-1895733D157D}">
      <dgm:prSet/>
      <dgm:spPr/>
      <dgm:t>
        <a:bodyPr/>
        <a:lstStyle/>
        <a:p>
          <a:r>
            <a:rPr lang="en-PK" b="0" i="0" baseline="0"/>
            <a:t>GPU acceleration and modern embeddings in PyTorch allow faster training and more robust models for large text datasets.</a:t>
          </a:r>
          <a:endParaRPr lang="en-US"/>
        </a:p>
      </dgm:t>
    </dgm:pt>
    <dgm:pt modelId="{A73F98B3-140A-425F-94BD-40683035956F}" type="parTrans" cxnId="{20F0ED55-4D22-4629-9F93-29484CE96931}">
      <dgm:prSet/>
      <dgm:spPr/>
      <dgm:t>
        <a:bodyPr/>
        <a:lstStyle/>
        <a:p>
          <a:endParaRPr lang="en-US"/>
        </a:p>
      </dgm:t>
    </dgm:pt>
    <dgm:pt modelId="{ED6FA8DF-6D0F-47B8-A67F-065E2EB577A8}" type="sibTrans" cxnId="{20F0ED55-4D22-4629-9F93-29484CE96931}">
      <dgm:prSet/>
      <dgm:spPr/>
      <dgm:t>
        <a:bodyPr/>
        <a:lstStyle/>
        <a:p>
          <a:endParaRPr lang="en-US"/>
        </a:p>
      </dgm:t>
    </dgm:pt>
    <dgm:pt modelId="{1233FBF2-2CCF-41B3-85AC-7FF0DB20F62D}" type="pres">
      <dgm:prSet presAssocID="{829ACDDB-5053-48F9-885A-6DBF9929C3F4}" presName="linear" presStyleCnt="0">
        <dgm:presLayoutVars>
          <dgm:animLvl val="lvl"/>
          <dgm:resizeHandles val="exact"/>
        </dgm:presLayoutVars>
      </dgm:prSet>
      <dgm:spPr/>
    </dgm:pt>
    <dgm:pt modelId="{CAA13BD8-24D3-4F89-836E-D8F35BB28BEF}" type="pres">
      <dgm:prSet presAssocID="{4FEADB75-D7FB-4BD1-97E5-7873347888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B570A50-C25C-41FB-AE92-6FF1FDDE34DD}" type="pres">
      <dgm:prSet presAssocID="{693F4CA0-ACEA-41A0-8EE0-B2AA42FD3A8E}" presName="spacer" presStyleCnt="0"/>
      <dgm:spPr/>
    </dgm:pt>
    <dgm:pt modelId="{7E656221-5DC4-4C5E-8083-E25ACA90970F}" type="pres">
      <dgm:prSet presAssocID="{31649C95-4129-43F4-B821-C654BCA421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C4E1C2B-C2CF-4276-8EAC-FED4E9D50AF2}" type="pres">
      <dgm:prSet presAssocID="{F0ECAEA3-23EA-4859-B4AC-6F5B0061ACEE}" presName="spacer" presStyleCnt="0"/>
      <dgm:spPr/>
    </dgm:pt>
    <dgm:pt modelId="{BE949638-1AFC-4026-BAE3-D6F021CFB41D}" type="pres">
      <dgm:prSet presAssocID="{033DD5F6-84C0-4972-AB53-1895733D15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A9B3B3F-7C51-4661-B5B7-0C808FCF58E0}" srcId="{829ACDDB-5053-48F9-885A-6DBF9929C3F4}" destId="{31649C95-4129-43F4-B821-C654BCA42182}" srcOrd="1" destOrd="0" parTransId="{574C9F28-0C18-4B1A-9477-F4E4B60D31F3}" sibTransId="{F0ECAEA3-23EA-4859-B4AC-6F5B0061ACEE}"/>
    <dgm:cxn modelId="{20F0ED55-4D22-4629-9F93-29484CE96931}" srcId="{829ACDDB-5053-48F9-885A-6DBF9929C3F4}" destId="{033DD5F6-84C0-4972-AB53-1895733D157D}" srcOrd="2" destOrd="0" parTransId="{A73F98B3-140A-425F-94BD-40683035956F}" sibTransId="{ED6FA8DF-6D0F-47B8-A67F-065E2EB577A8}"/>
    <dgm:cxn modelId="{72330F7F-B15A-40D0-8FCE-76224B5631DF}" type="presOf" srcId="{033DD5F6-84C0-4972-AB53-1895733D157D}" destId="{BE949638-1AFC-4026-BAE3-D6F021CFB41D}" srcOrd="0" destOrd="0" presId="urn:microsoft.com/office/officeart/2005/8/layout/vList2"/>
    <dgm:cxn modelId="{BB25538F-D88D-403D-AA32-4A275FC111AA}" type="presOf" srcId="{31649C95-4129-43F4-B821-C654BCA42182}" destId="{7E656221-5DC4-4C5E-8083-E25ACA90970F}" srcOrd="0" destOrd="0" presId="urn:microsoft.com/office/officeart/2005/8/layout/vList2"/>
    <dgm:cxn modelId="{CD2114A6-9073-42DB-8938-529E0A1453F6}" type="presOf" srcId="{829ACDDB-5053-48F9-885A-6DBF9929C3F4}" destId="{1233FBF2-2CCF-41B3-85AC-7FF0DB20F62D}" srcOrd="0" destOrd="0" presId="urn:microsoft.com/office/officeart/2005/8/layout/vList2"/>
    <dgm:cxn modelId="{E5D420B4-EC0C-4640-A24F-2AE7AA949F38}" srcId="{829ACDDB-5053-48F9-885A-6DBF9929C3F4}" destId="{4FEADB75-D7FB-4BD1-97E5-787334788897}" srcOrd="0" destOrd="0" parTransId="{15DF99CE-D4A6-4A4F-AE78-C090F3EC2C09}" sibTransId="{693F4CA0-ACEA-41A0-8EE0-B2AA42FD3A8E}"/>
    <dgm:cxn modelId="{39DD10E8-6A2D-4715-9467-6B39C5A1E833}" type="presOf" srcId="{4FEADB75-D7FB-4BD1-97E5-787334788897}" destId="{CAA13BD8-24D3-4F89-836E-D8F35BB28BEF}" srcOrd="0" destOrd="0" presId="urn:microsoft.com/office/officeart/2005/8/layout/vList2"/>
    <dgm:cxn modelId="{08AE8D79-2374-42BC-9703-32D9C8D0B370}" type="presParOf" srcId="{1233FBF2-2CCF-41B3-85AC-7FF0DB20F62D}" destId="{CAA13BD8-24D3-4F89-836E-D8F35BB28BEF}" srcOrd="0" destOrd="0" presId="urn:microsoft.com/office/officeart/2005/8/layout/vList2"/>
    <dgm:cxn modelId="{87B03B98-10DB-4403-8714-5E982B0BDAF7}" type="presParOf" srcId="{1233FBF2-2CCF-41B3-85AC-7FF0DB20F62D}" destId="{7B570A50-C25C-41FB-AE92-6FF1FDDE34DD}" srcOrd="1" destOrd="0" presId="urn:microsoft.com/office/officeart/2005/8/layout/vList2"/>
    <dgm:cxn modelId="{3C5F4ECC-FE04-41D9-94E9-D41E7C2AA786}" type="presParOf" srcId="{1233FBF2-2CCF-41B3-85AC-7FF0DB20F62D}" destId="{7E656221-5DC4-4C5E-8083-E25ACA90970F}" srcOrd="2" destOrd="0" presId="urn:microsoft.com/office/officeart/2005/8/layout/vList2"/>
    <dgm:cxn modelId="{251B9605-8132-4280-A006-B410505F07B6}" type="presParOf" srcId="{1233FBF2-2CCF-41B3-85AC-7FF0DB20F62D}" destId="{CC4E1C2B-C2CF-4276-8EAC-FED4E9D50AF2}" srcOrd="3" destOrd="0" presId="urn:microsoft.com/office/officeart/2005/8/layout/vList2"/>
    <dgm:cxn modelId="{EBDEC3D8-0B4F-42A1-82F3-B0931413F2B6}" type="presParOf" srcId="{1233FBF2-2CCF-41B3-85AC-7FF0DB20F62D}" destId="{BE949638-1AFC-4026-BAE3-D6F021CFB4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59D9B-8E70-4945-952A-8F580592E124}">
      <dsp:nvSpPr>
        <dsp:cNvPr id="0" name=""/>
        <dsp:cNvSpPr/>
      </dsp:nvSpPr>
      <dsp:spPr>
        <a:xfrm>
          <a:off x="603" y="362750"/>
          <a:ext cx="2353782" cy="14122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Misinformation spreads rapidly online.</a:t>
          </a:r>
          <a:endParaRPr lang="en-US" sz="1900" kern="1200"/>
        </a:p>
      </dsp:txBody>
      <dsp:txXfrm>
        <a:off x="603" y="362750"/>
        <a:ext cx="2353782" cy="1412269"/>
      </dsp:txXfrm>
    </dsp:sp>
    <dsp:sp modelId="{0953604A-28F0-450C-B721-D568DB8538FC}">
      <dsp:nvSpPr>
        <dsp:cNvPr id="0" name=""/>
        <dsp:cNvSpPr/>
      </dsp:nvSpPr>
      <dsp:spPr>
        <a:xfrm>
          <a:off x="2589764" y="362750"/>
          <a:ext cx="2353782" cy="1412269"/>
        </a:xfrm>
        <a:prstGeom prst="rect">
          <a:avLst/>
        </a:prstGeom>
        <a:gradFill rotWithShape="0">
          <a:gsLst>
            <a:gs pos="0">
              <a:schemeClr val="accent5">
                <a:hueOff val="3118619"/>
                <a:satOff val="-2006"/>
                <a:lumOff val="1372"/>
                <a:alphaOff val="0"/>
                <a:tint val="98000"/>
                <a:lumMod val="114000"/>
              </a:schemeClr>
            </a:gs>
            <a:gs pos="100000">
              <a:schemeClr val="accent5">
                <a:hueOff val="3118619"/>
                <a:satOff val="-2006"/>
                <a:lumOff val="137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Automatic detection is essential to maintain reliability.</a:t>
          </a:r>
          <a:endParaRPr lang="en-US" sz="1900" kern="1200"/>
        </a:p>
      </dsp:txBody>
      <dsp:txXfrm>
        <a:off x="2589764" y="362750"/>
        <a:ext cx="2353782" cy="1412269"/>
      </dsp:txXfrm>
    </dsp:sp>
    <dsp:sp modelId="{FA348284-4915-4994-8392-234A87B95F64}">
      <dsp:nvSpPr>
        <dsp:cNvPr id="0" name=""/>
        <dsp:cNvSpPr/>
      </dsp:nvSpPr>
      <dsp:spPr>
        <a:xfrm>
          <a:off x="1295184" y="2010398"/>
          <a:ext cx="2353782" cy="1412269"/>
        </a:xfrm>
        <a:prstGeom prst="rect">
          <a:avLst/>
        </a:prstGeom>
        <a:gradFill rotWithShape="0">
          <a:gsLst>
            <a:gs pos="0">
              <a:schemeClr val="accent5">
                <a:hueOff val="6237238"/>
                <a:satOff val="-4013"/>
                <a:lumOff val="2744"/>
                <a:alphaOff val="0"/>
                <a:tint val="98000"/>
                <a:lumMod val="114000"/>
              </a:schemeClr>
            </a:gs>
            <a:gs pos="100000">
              <a:schemeClr val="accent5">
                <a:hueOff val="6237238"/>
                <a:satOff val="-4013"/>
                <a:lumOff val="274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Machine learning can help identify fake news efficiently.</a:t>
          </a:r>
          <a:endParaRPr lang="en-US" sz="1900" kern="1200"/>
        </a:p>
      </dsp:txBody>
      <dsp:txXfrm>
        <a:off x="1295184" y="2010398"/>
        <a:ext cx="2353782" cy="14122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7BD94-A5CE-4E4E-B57B-4B4EC2AF0333}">
      <dsp:nvSpPr>
        <dsp:cNvPr id="0" name=""/>
        <dsp:cNvSpPr/>
      </dsp:nvSpPr>
      <dsp:spPr>
        <a:xfrm>
          <a:off x="0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378E1-48CB-41F4-A52B-83C92A8DFF6A}">
      <dsp:nvSpPr>
        <dsp:cNvPr id="0" name=""/>
        <dsp:cNvSpPr/>
      </dsp:nvSpPr>
      <dsp:spPr>
        <a:xfrm>
          <a:off x="340480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Manual verification of news is impossible due to data volume.</a:t>
          </a:r>
          <a:endParaRPr lang="en-US" sz="2300" b="0" i="0" kern="1200" baseline="0"/>
        </a:p>
      </dsp:txBody>
      <dsp:txXfrm>
        <a:off x="397472" y="947936"/>
        <a:ext cx="2950338" cy="1831860"/>
      </dsp:txXfrm>
    </dsp:sp>
    <dsp:sp modelId="{DF97A42B-09B4-471F-9408-DEE6E798A41B}">
      <dsp:nvSpPr>
        <dsp:cNvPr id="0" name=""/>
        <dsp:cNvSpPr/>
      </dsp:nvSpPr>
      <dsp:spPr>
        <a:xfrm>
          <a:off x="3745283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C4532-1AA2-4D3F-B246-2D9438DB4407}">
      <dsp:nvSpPr>
        <dsp:cNvPr id="0" name=""/>
        <dsp:cNvSpPr/>
      </dsp:nvSpPr>
      <dsp:spPr>
        <a:xfrm>
          <a:off x="4085763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Automated system needed to classify news as Fake or Real.</a:t>
          </a:r>
          <a:endParaRPr lang="en-US" sz="2300" kern="1200"/>
        </a:p>
      </dsp:txBody>
      <dsp:txXfrm>
        <a:off x="4142755" y="947936"/>
        <a:ext cx="2950338" cy="1831860"/>
      </dsp:txXfrm>
    </dsp:sp>
    <dsp:sp modelId="{72AD9BD9-1FAB-41B1-9DE3-29056F8952D1}">
      <dsp:nvSpPr>
        <dsp:cNvPr id="0" name=""/>
        <dsp:cNvSpPr/>
      </dsp:nvSpPr>
      <dsp:spPr>
        <a:xfrm>
          <a:off x="7490566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B9384-714A-4E5D-8C5A-847576C5CB95}">
      <dsp:nvSpPr>
        <dsp:cNvPr id="0" name=""/>
        <dsp:cNvSpPr/>
      </dsp:nvSpPr>
      <dsp:spPr>
        <a:xfrm>
          <a:off x="7831047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61.9</a:t>
          </a:r>
          <a:r>
            <a:rPr lang="en-PK" sz="2300" b="0" i="0" kern="1200" baseline="0"/>
            <a:t>% of online news may be false.</a:t>
          </a:r>
          <a:endParaRPr lang="en-US" sz="2300" kern="1200"/>
        </a:p>
      </dsp:txBody>
      <dsp:txXfrm>
        <a:off x="7888039" y="947936"/>
        <a:ext cx="2950338" cy="1831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3A40D-1C82-4A82-AD04-3F89124346B3}">
      <dsp:nvSpPr>
        <dsp:cNvPr id="0" name=""/>
        <dsp:cNvSpPr/>
      </dsp:nvSpPr>
      <dsp:spPr>
        <a:xfrm>
          <a:off x="212" y="149065"/>
          <a:ext cx="2570975" cy="308517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0" rIns="25395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Preprocess news data: cleaning, tokenization.</a:t>
          </a:r>
          <a:endParaRPr lang="en-US" sz="2000" kern="1200"/>
        </a:p>
      </dsp:txBody>
      <dsp:txXfrm>
        <a:off x="212" y="1383133"/>
        <a:ext cx="2570975" cy="1851102"/>
      </dsp:txXfrm>
    </dsp:sp>
    <dsp:sp modelId="{C9BB2F75-52A8-416A-A04B-E25D8707D0C1}">
      <dsp:nvSpPr>
        <dsp:cNvPr id="0" name=""/>
        <dsp:cNvSpPr/>
      </dsp:nvSpPr>
      <dsp:spPr>
        <a:xfrm>
          <a:off x="212" y="149065"/>
          <a:ext cx="2570975" cy="1234068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165100" rIns="253955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2" y="149065"/>
        <a:ext cx="2570975" cy="1234068"/>
      </dsp:txXfrm>
    </dsp:sp>
    <dsp:sp modelId="{D3DD71C8-E0C2-4CEB-A728-938200A4E70A}">
      <dsp:nvSpPr>
        <dsp:cNvPr id="0" name=""/>
        <dsp:cNvSpPr/>
      </dsp:nvSpPr>
      <dsp:spPr>
        <a:xfrm>
          <a:off x="2776866" y="149065"/>
          <a:ext cx="2570975" cy="308517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0" rIns="25395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Extract features using TF-IDF vectorization.</a:t>
          </a:r>
          <a:endParaRPr lang="en-US" sz="2000" kern="1200"/>
        </a:p>
      </dsp:txBody>
      <dsp:txXfrm>
        <a:off x="2776866" y="1383133"/>
        <a:ext cx="2570975" cy="1851102"/>
      </dsp:txXfrm>
    </dsp:sp>
    <dsp:sp modelId="{97465505-467D-4B14-B60C-531510239EA5}">
      <dsp:nvSpPr>
        <dsp:cNvPr id="0" name=""/>
        <dsp:cNvSpPr/>
      </dsp:nvSpPr>
      <dsp:spPr>
        <a:xfrm>
          <a:off x="2776866" y="149065"/>
          <a:ext cx="2570975" cy="1234068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165100" rIns="253955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76866" y="149065"/>
        <a:ext cx="2570975" cy="1234068"/>
      </dsp:txXfrm>
    </dsp:sp>
    <dsp:sp modelId="{2E73215B-8317-4DAB-8152-F4EA969A1135}">
      <dsp:nvSpPr>
        <dsp:cNvPr id="0" name=""/>
        <dsp:cNvSpPr/>
      </dsp:nvSpPr>
      <dsp:spPr>
        <a:xfrm>
          <a:off x="5553520" y="149065"/>
          <a:ext cx="2570975" cy="308517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0" rIns="25395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Implement SVM classifier for binary classification.</a:t>
          </a:r>
          <a:endParaRPr lang="en-US" sz="2000" kern="1200"/>
        </a:p>
      </dsp:txBody>
      <dsp:txXfrm>
        <a:off x="5553520" y="1383133"/>
        <a:ext cx="2570975" cy="1851102"/>
      </dsp:txXfrm>
    </dsp:sp>
    <dsp:sp modelId="{134C548F-07BB-48E8-844A-092EB8A20453}">
      <dsp:nvSpPr>
        <dsp:cNvPr id="0" name=""/>
        <dsp:cNvSpPr/>
      </dsp:nvSpPr>
      <dsp:spPr>
        <a:xfrm>
          <a:off x="5553520" y="149065"/>
          <a:ext cx="2570975" cy="1234068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165100" rIns="253955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53520" y="149065"/>
        <a:ext cx="2570975" cy="1234068"/>
      </dsp:txXfrm>
    </dsp:sp>
    <dsp:sp modelId="{7AE8B4CA-AB4C-4070-B048-17507C052EDB}">
      <dsp:nvSpPr>
        <dsp:cNvPr id="0" name=""/>
        <dsp:cNvSpPr/>
      </dsp:nvSpPr>
      <dsp:spPr>
        <a:xfrm>
          <a:off x="8330173" y="149065"/>
          <a:ext cx="2570975" cy="308517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0" rIns="25395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Evaluate model using accuracy, precision, recall, and F1-score.</a:t>
          </a:r>
          <a:endParaRPr lang="en-US" sz="2000" kern="1200"/>
        </a:p>
      </dsp:txBody>
      <dsp:txXfrm>
        <a:off x="8330173" y="1383133"/>
        <a:ext cx="2570975" cy="1851102"/>
      </dsp:txXfrm>
    </dsp:sp>
    <dsp:sp modelId="{C6024CAE-1D5E-4E8C-90E5-031D2C396A52}">
      <dsp:nvSpPr>
        <dsp:cNvPr id="0" name=""/>
        <dsp:cNvSpPr/>
      </dsp:nvSpPr>
      <dsp:spPr>
        <a:xfrm>
          <a:off x="8330173" y="149065"/>
          <a:ext cx="2570975" cy="1234068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3955" tIns="165100" rIns="253955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30173" y="149065"/>
        <a:ext cx="2570975" cy="1234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FBC7-36B2-46BA-ADA8-53C9C086BCC4}">
      <dsp:nvSpPr>
        <dsp:cNvPr id="0" name=""/>
        <dsp:cNvSpPr/>
      </dsp:nvSpPr>
      <dsp:spPr>
        <a:xfrm>
          <a:off x="0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315EB-9121-4B96-9371-A8AF503395E1}">
      <dsp:nvSpPr>
        <dsp:cNvPr id="0" name=""/>
        <dsp:cNvSpPr/>
      </dsp:nvSpPr>
      <dsp:spPr>
        <a:xfrm>
          <a:off x="279579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Source: Kaggle Fake News Dataset</a:t>
          </a:r>
          <a:endParaRPr lang="en-US" sz="1900" kern="1200"/>
        </a:p>
      </dsp:txBody>
      <dsp:txXfrm>
        <a:off x="326377" y="1478440"/>
        <a:ext cx="2422618" cy="1504200"/>
      </dsp:txXfrm>
    </dsp:sp>
    <dsp:sp modelId="{1D042E0A-3330-4AE3-A2DA-2D19BA545774}">
      <dsp:nvSpPr>
        <dsp:cNvPr id="0" name=""/>
        <dsp:cNvSpPr/>
      </dsp:nvSpPr>
      <dsp:spPr>
        <a:xfrm>
          <a:off x="3075373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F0EDE-99D1-4CB8-9641-BB3274FDF803}">
      <dsp:nvSpPr>
        <dsp:cNvPr id="0" name=""/>
        <dsp:cNvSpPr/>
      </dsp:nvSpPr>
      <dsp:spPr>
        <a:xfrm>
          <a:off x="3354952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Columns: </a:t>
          </a:r>
          <a:r>
            <a:rPr lang="en-US" sz="1900" kern="1200"/>
            <a:t>“Title”, ”Text”, “Date”, “Source”, “Author”, “Category”, “Label’</a:t>
          </a:r>
        </a:p>
      </dsp:txBody>
      <dsp:txXfrm>
        <a:off x="3401750" y="1478440"/>
        <a:ext cx="2422618" cy="1504200"/>
      </dsp:txXfrm>
    </dsp:sp>
    <dsp:sp modelId="{7D7B5B33-4CD0-44AE-8A69-A706B63E58F9}">
      <dsp:nvSpPr>
        <dsp:cNvPr id="0" name=""/>
        <dsp:cNvSpPr/>
      </dsp:nvSpPr>
      <dsp:spPr>
        <a:xfrm>
          <a:off x="6150746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F060C-75CF-418B-8B03-6711DB3635E1}">
      <dsp:nvSpPr>
        <dsp:cNvPr id="0" name=""/>
        <dsp:cNvSpPr/>
      </dsp:nvSpPr>
      <dsp:spPr>
        <a:xfrm>
          <a:off x="6430326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 dirty="0"/>
            <a:t>Number of samples: ~</a:t>
          </a:r>
          <a:r>
            <a:rPr lang="en-US" sz="1900" b="0" i="0" kern="1200" baseline="0" dirty="0"/>
            <a:t>20</a:t>
          </a:r>
          <a:r>
            <a:rPr lang="en-PK" sz="1900" b="0" i="0" kern="1200" baseline="0" dirty="0"/>
            <a:t>,000</a:t>
          </a:r>
          <a:endParaRPr lang="en-US" sz="1900" kern="1200" dirty="0"/>
        </a:p>
      </dsp:txBody>
      <dsp:txXfrm>
        <a:off x="6477124" y="1478440"/>
        <a:ext cx="2422618" cy="1504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13F75-BFE4-447A-960E-74B4A142EE79}">
      <dsp:nvSpPr>
        <dsp:cNvPr id="0" name=""/>
        <dsp:cNvSpPr/>
      </dsp:nvSpPr>
      <dsp:spPr>
        <a:xfrm>
          <a:off x="0" y="29249"/>
          <a:ext cx="9404352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200" b="0" i="0" kern="1200" baseline="0"/>
            <a:t>Remove missing values</a:t>
          </a:r>
          <a:endParaRPr lang="en-US" sz="3200" kern="1200"/>
        </a:p>
      </dsp:txBody>
      <dsp:txXfrm>
        <a:off x="62055" y="91304"/>
        <a:ext cx="9280242" cy="1147095"/>
      </dsp:txXfrm>
    </dsp:sp>
    <dsp:sp modelId="{4730806E-96B7-4552-BB4A-B26DAE51B177}">
      <dsp:nvSpPr>
        <dsp:cNvPr id="0" name=""/>
        <dsp:cNvSpPr/>
      </dsp:nvSpPr>
      <dsp:spPr>
        <a:xfrm>
          <a:off x="0" y="1392614"/>
          <a:ext cx="9404352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200" b="0" i="0" kern="1200" baseline="0"/>
            <a:t>Lowercase text, remove punctuation &amp; stopwords</a:t>
          </a:r>
          <a:endParaRPr lang="en-US" sz="3200" kern="1200"/>
        </a:p>
      </dsp:txBody>
      <dsp:txXfrm>
        <a:off x="62055" y="1454669"/>
        <a:ext cx="9280242" cy="1147095"/>
      </dsp:txXfrm>
    </dsp:sp>
    <dsp:sp modelId="{A52619E6-1642-48FC-B8E7-85AA201AA6F5}">
      <dsp:nvSpPr>
        <dsp:cNvPr id="0" name=""/>
        <dsp:cNvSpPr/>
      </dsp:nvSpPr>
      <dsp:spPr>
        <a:xfrm>
          <a:off x="0" y="2755979"/>
          <a:ext cx="9404352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200" b="0" i="0" kern="1200" baseline="0"/>
            <a:t>Tokenization</a:t>
          </a:r>
          <a:endParaRPr lang="en-US" sz="3200" kern="1200"/>
        </a:p>
      </dsp:txBody>
      <dsp:txXfrm>
        <a:off x="62055" y="2818034"/>
        <a:ext cx="9280242" cy="11470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FD18C-8F86-4F8C-BA73-F2DE91E69463}">
      <dsp:nvSpPr>
        <dsp:cNvPr id="0" name=""/>
        <dsp:cNvSpPr/>
      </dsp:nvSpPr>
      <dsp:spPr>
        <a:xfrm>
          <a:off x="368595" y="382"/>
          <a:ext cx="3601218" cy="1098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b="0" i="0" kern="1200" baseline="0"/>
            <a:t>Convert text → numerical vectors</a:t>
          </a:r>
          <a:endParaRPr lang="en-US" sz="2500" kern="1200"/>
        </a:p>
      </dsp:txBody>
      <dsp:txXfrm>
        <a:off x="368595" y="382"/>
        <a:ext cx="3601218" cy="1098371"/>
      </dsp:txXfrm>
    </dsp:sp>
    <dsp:sp modelId="{615C9439-2502-4984-B2C6-EEC12C8A26DA}">
      <dsp:nvSpPr>
        <dsp:cNvPr id="0" name=""/>
        <dsp:cNvSpPr/>
      </dsp:nvSpPr>
      <dsp:spPr>
        <a:xfrm>
          <a:off x="368595" y="1548906"/>
          <a:ext cx="3601218" cy="1098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b="0" i="0" kern="1200" baseline="0"/>
            <a:t>Term Frequency-Inverse Document Frequency (TF-IDF)</a:t>
          </a:r>
          <a:endParaRPr lang="en-US" sz="2500" kern="1200"/>
        </a:p>
      </dsp:txBody>
      <dsp:txXfrm>
        <a:off x="368595" y="1548906"/>
        <a:ext cx="3601218" cy="1098371"/>
      </dsp:txXfrm>
    </dsp:sp>
    <dsp:sp modelId="{B36C2472-5100-4FB1-B1AC-AF56A09B274D}">
      <dsp:nvSpPr>
        <dsp:cNvPr id="0" name=""/>
        <dsp:cNvSpPr/>
      </dsp:nvSpPr>
      <dsp:spPr>
        <a:xfrm>
          <a:off x="368595" y="3097430"/>
          <a:ext cx="3601218" cy="1098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Implemented from scratch </a:t>
          </a:r>
          <a:br>
            <a:rPr lang="en-PK" sz="2500" b="0" i="0" kern="1200" baseline="0" dirty="0"/>
          </a:br>
          <a:endParaRPr lang="en-US" sz="2500" kern="1200" dirty="0"/>
        </a:p>
      </dsp:txBody>
      <dsp:txXfrm>
        <a:off x="368595" y="3097430"/>
        <a:ext cx="3601218" cy="10983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7595E-B846-41D3-9666-25FD888DD1D3}">
      <dsp:nvSpPr>
        <dsp:cNvPr id="0" name=""/>
        <dsp:cNvSpPr/>
      </dsp:nvSpPr>
      <dsp:spPr>
        <a:xfrm>
          <a:off x="0" y="0"/>
          <a:ext cx="4081726" cy="11429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1" i="0" kern="1200" baseline="0"/>
            <a:t>Support Vector Machine (SVM)</a:t>
          </a:r>
          <a:r>
            <a:rPr lang="en-PK" sz="2100" b="0" i="0" kern="1200" baseline="0"/>
            <a:t> for binary classification</a:t>
          </a:r>
          <a:endParaRPr lang="en-US" sz="2100" kern="1200"/>
        </a:p>
      </dsp:txBody>
      <dsp:txXfrm>
        <a:off x="33477" y="33477"/>
        <a:ext cx="2848341" cy="1076045"/>
      </dsp:txXfrm>
    </dsp:sp>
    <dsp:sp modelId="{E84E7234-0381-4252-B023-6338916BAAEB}">
      <dsp:nvSpPr>
        <dsp:cNvPr id="0" name=""/>
        <dsp:cNvSpPr/>
      </dsp:nvSpPr>
      <dsp:spPr>
        <a:xfrm>
          <a:off x="360152" y="1333499"/>
          <a:ext cx="4081726" cy="1142999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0" i="0" kern="1200" baseline="0"/>
            <a:t>Handles high-dimensional data well (text data)</a:t>
          </a:r>
          <a:endParaRPr lang="en-US" sz="2100" kern="1200"/>
        </a:p>
      </dsp:txBody>
      <dsp:txXfrm>
        <a:off x="393629" y="1366976"/>
        <a:ext cx="2911670" cy="1076045"/>
      </dsp:txXfrm>
    </dsp:sp>
    <dsp:sp modelId="{52439321-DE39-430D-9B36-EBDDC5FAF090}">
      <dsp:nvSpPr>
        <dsp:cNvPr id="0" name=""/>
        <dsp:cNvSpPr/>
      </dsp:nvSpPr>
      <dsp:spPr>
        <a:xfrm>
          <a:off x="720304" y="2666999"/>
          <a:ext cx="4081726" cy="1142999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0" i="0" kern="1200" baseline="0"/>
            <a:t>Finds optimal boundary between Fake and Real news</a:t>
          </a:r>
          <a:endParaRPr lang="en-US" sz="2100" kern="1200"/>
        </a:p>
      </dsp:txBody>
      <dsp:txXfrm>
        <a:off x="753781" y="2700476"/>
        <a:ext cx="2911670" cy="1076045"/>
      </dsp:txXfrm>
    </dsp:sp>
    <dsp:sp modelId="{37AE41F3-4294-414F-B045-E0D28476C025}">
      <dsp:nvSpPr>
        <dsp:cNvPr id="0" name=""/>
        <dsp:cNvSpPr/>
      </dsp:nvSpPr>
      <dsp:spPr>
        <a:xfrm>
          <a:off x="3338776" y="866774"/>
          <a:ext cx="742949" cy="742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505940" y="866774"/>
        <a:ext cx="408621" cy="559069"/>
      </dsp:txXfrm>
    </dsp:sp>
    <dsp:sp modelId="{4F8CB31A-EFA6-4AF2-A214-C7DB2FDD2A4B}">
      <dsp:nvSpPr>
        <dsp:cNvPr id="0" name=""/>
        <dsp:cNvSpPr/>
      </dsp:nvSpPr>
      <dsp:spPr>
        <a:xfrm>
          <a:off x="3698928" y="2192654"/>
          <a:ext cx="742949" cy="742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866092" y="2192654"/>
        <a:ext cx="408621" cy="5590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45780-EC23-49A8-8815-9113467B7815}">
      <dsp:nvSpPr>
        <dsp:cNvPr id="0" name=""/>
        <dsp:cNvSpPr/>
      </dsp:nvSpPr>
      <dsp:spPr>
        <a:xfrm>
          <a:off x="727923" y="39489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546F05-8F31-4A64-B094-1712A338270F}">
      <dsp:nvSpPr>
        <dsp:cNvPr id="0" name=""/>
        <dsp:cNvSpPr/>
      </dsp:nvSpPr>
      <dsp:spPr>
        <a:xfrm>
          <a:off x="232923" y="147501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>
              <a:latin typeface="Arial" panose="020B0604020202020204" pitchFamily="34" charset="0"/>
              <a:cs typeface="Arial" panose="020B0604020202020204" pitchFamily="34" charset="0"/>
            </a:rPr>
            <a:t>Split dataset: 80% training, 20% testing</a:t>
          </a: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923" y="1475016"/>
        <a:ext cx="1800000" cy="720000"/>
      </dsp:txXfrm>
    </dsp:sp>
    <dsp:sp modelId="{144E3611-5BCF-4698-98FC-552470F0118F}">
      <dsp:nvSpPr>
        <dsp:cNvPr id="0" name=""/>
        <dsp:cNvSpPr/>
      </dsp:nvSpPr>
      <dsp:spPr>
        <a:xfrm>
          <a:off x="2842923" y="39489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2CC577-9089-4985-BAA5-ABC55172528F}">
      <dsp:nvSpPr>
        <dsp:cNvPr id="0" name=""/>
        <dsp:cNvSpPr/>
      </dsp:nvSpPr>
      <dsp:spPr>
        <a:xfrm>
          <a:off x="2347923" y="147501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Train SVM on TF-IDF features</a:t>
          </a:r>
          <a:endParaRPr lang="en-US" sz="1600" kern="1200"/>
        </a:p>
      </dsp:txBody>
      <dsp:txXfrm>
        <a:off x="2347923" y="1475016"/>
        <a:ext cx="1800000" cy="720000"/>
      </dsp:txXfrm>
    </dsp:sp>
    <dsp:sp modelId="{CDE1B180-0197-440E-A696-16BB705DC01A}">
      <dsp:nvSpPr>
        <dsp:cNvPr id="0" name=""/>
        <dsp:cNvSpPr/>
      </dsp:nvSpPr>
      <dsp:spPr>
        <a:xfrm>
          <a:off x="4957923" y="39489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5C1617-9957-4634-9953-D47A6C0F4B2E}">
      <dsp:nvSpPr>
        <dsp:cNvPr id="0" name=""/>
        <dsp:cNvSpPr/>
      </dsp:nvSpPr>
      <dsp:spPr>
        <a:xfrm>
          <a:off x="4462923" y="147501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Predict on test set</a:t>
          </a:r>
          <a:endParaRPr lang="en-US" sz="1600" kern="1200"/>
        </a:p>
      </dsp:txBody>
      <dsp:txXfrm>
        <a:off x="4462923" y="1475016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8C172-90E4-459F-8C7A-0CE696903FD2}">
      <dsp:nvSpPr>
        <dsp:cNvPr id="0" name=""/>
        <dsp:cNvSpPr/>
      </dsp:nvSpPr>
      <dsp:spPr>
        <a:xfrm>
          <a:off x="0" y="590489"/>
          <a:ext cx="9404352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700" b="0" i="0" kern="1200" baseline="0"/>
            <a:t>High dimensionality of text data</a:t>
          </a:r>
          <a:endParaRPr lang="en-US" sz="3700" kern="1200"/>
        </a:p>
      </dsp:txBody>
      <dsp:txXfrm>
        <a:off x="43321" y="633810"/>
        <a:ext cx="9317710" cy="800803"/>
      </dsp:txXfrm>
    </dsp:sp>
    <dsp:sp modelId="{2E782711-F596-4C14-A3D0-FA3DEB451B97}">
      <dsp:nvSpPr>
        <dsp:cNvPr id="0" name=""/>
        <dsp:cNvSpPr/>
      </dsp:nvSpPr>
      <dsp:spPr>
        <a:xfrm>
          <a:off x="0" y="1584494"/>
          <a:ext cx="9404352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700" b="0" i="0" kern="1200" baseline="0"/>
            <a:t>Ambiguous or misleading news content</a:t>
          </a:r>
          <a:endParaRPr lang="en-US" sz="3700" kern="1200"/>
        </a:p>
      </dsp:txBody>
      <dsp:txXfrm>
        <a:off x="43321" y="1627815"/>
        <a:ext cx="9317710" cy="800803"/>
      </dsp:txXfrm>
    </dsp:sp>
    <dsp:sp modelId="{1CB1DFE1-9770-4214-AD6A-5BDB4AD17020}">
      <dsp:nvSpPr>
        <dsp:cNvPr id="0" name=""/>
        <dsp:cNvSpPr/>
      </dsp:nvSpPr>
      <dsp:spPr>
        <a:xfrm>
          <a:off x="0" y="2578499"/>
          <a:ext cx="9404352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Accuracy Score Not Ideal</a:t>
          </a:r>
        </a:p>
      </dsp:txBody>
      <dsp:txXfrm>
        <a:off x="43321" y="2621820"/>
        <a:ext cx="9317710" cy="8008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13BD8-24D3-4F89-836E-D8F35BB28BEF}">
      <dsp:nvSpPr>
        <dsp:cNvPr id="0" name=""/>
        <dsp:cNvSpPr/>
      </dsp:nvSpPr>
      <dsp:spPr>
        <a:xfrm>
          <a:off x="0" y="456480"/>
          <a:ext cx="6496050" cy="1179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0" i="0" kern="1200" baseline="0"/>
            <a:t>PyTorch enables deep learning models (LSTM, CNN, BERT) that capture context and semantic meaning in news text better than TF-IDF.</a:t>
          </a:r>
          <a:endParaRPr lang="en-US" sz="2100" kern="1200"/>
        </a:p>
      </dsp:txBody>
      <dsp:txXfrm>
        <a:off x="57572" y="514052"/>
        <a:ext cx="6380906" cy="1064216"/>
      </dsp:txXfrm>
    </dsp:sp>
    <dsp:sp modelId="{7E656221-5DC4-4C5E-8083-E25ACA90970F}">
      <dsp:nvSpPr>
        <dsp:cNvPr id="0" name=""/>
        <dsp:cNvSpPr/>
      </dsp:nvSpPr>
      <dsp:spPr>
        <a:xfrm>
          <a:off x="0" y="1696320"/>
          <a:ext cx="6496050" cy="1179360"/>
        </a:xfrm>
        <a:prstGeom prst="roundRect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0" i="0" kern="1200" baseline="0"/>
            <a:t>Neural networks automatically learn complex language patterns, leading to improved accuracy and recall in fake news detection.</a:t>
          </a:r>
          <a:endParaRPr lang="en-US" sz="2100" kern="1200"/>
        </a:p>
      </dsp:txBody>
      <dsp:txXfrm>
        <a:off x="57572" y="1753892"/>
        <a:ext cx="6380906" cy="1064216"/>
      </dsp:txXfrm>
    </dsp:sp>
    <dsp:sp modelId="{BE949638-1AFC-4026-BAE3-D6F021CFB41D}">
      <dsp:nvSpPr>
        <dsp:cNvPr id="0" name=""/>
        <dsp:cNvSpPr/>
      </dsp:nvSpPr>
      <dsp:spPr>
        <a:xfrm>
          <a:off x="0" y="2936160"/>
          <a:ext cx="6496050" cy="117936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0" i="0" kern="1200" baseline="0"/>
            <a:t>GPU acceleration and modern embeddings in PyTorch allow faster training and more robust models for large text datasets.</a:t>
          </a:r>
          <a:endParaRPr lang="en-US" sz="2100" kern="1200"/>
        </a:p>
      </dsp:txBody>
      <dsp:txXfrm>
        <a:off x="57572" y="2993732"/>
        <a:ext cx="6380906" cy="1064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0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4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3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0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0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0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3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5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02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9630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6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55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8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52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3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54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8AC5-E8F7-8AE5-B88B-B7F0A9876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3955718"/>
            <a:ext cx="5510372" cy="23391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Fake News Detection Using Support Vector Machine (SVM)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783D8-1111-844A-6300-F4BA46483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0" y="3878825"/>
            <a:ext cx="3830218" cy="2430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/>
              <a:t>AI201L</a:t>
            </a:r>
            <a:endParaRPr lang="en-US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/>
              <a:t>Nohail Faraz 2024519</a:t>
            </a:r>
            <a:endParaRPr lang="en-US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/>
              <a:t>Abdul Rehman 2024026</a:t>
            </a:r>
            <a:endParaRPr lang="en-US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/>
              <a:t>Haseeb Syed 2024220</a:t>
            </a:r>
            <a:endParaRPr lang="en-US"/>
          </a:p>
        </p:txBody>
      </p:sp>
      <p:pic>
        <p:nvPicPr>
          <p:cNvPr id="4" name="Picture 3" descr="A group of neon lights&#10;&#10;AI-generated content may be incorrect.">
            <a:extLst>
              <a:ext uri="{FF2B5EF4-FFF2-40B4-BE49-F238E27FC236}">
                <a16:creationId xmlns:a16="http://schemas.microsoft.com/office/drawing/2014/main" id="{764C8E6E-2FBB-DAFD-D7A6-9C86271839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3158" b="21842"/>
          <a:stretch>
            <a:fillRect/>
          </a:stretch>
        </p:blipFill>
        <p:spPr>
          <a:xfrm>
            <a:off x="20" y="1"/>
            <a:ext cx="12191980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9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535B-131A-F495-A055-B6262BF3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  <a:endParaRPr lang="en-PK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01CF8E8-3809-4B79-ADEA-57B77FFFE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Rounded Rectangle 9">
            <a:extLst>
              <a:ext uri="{FF2B5EF4-FFF2-40B4-BE49-F238E27FC236}">
                <a16:creationId xmlns:a16="http://schemas.microsoft.com/office/drawing/2014/main" id="{AC78ED9A-A000-47CC-824F-C8C0CC5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373" y="484632"/>
            <a:ext cx="5130204" cy="57391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12700">
            <a:solidFill>
              <a:schemeClr val="tx2">
                <a:lumMod val="75000"/>
              </a:schemeClr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15158EE-2B51-42AF-83FF-5560D5B8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FEBD248-F0F0-FA18-8A0F-DCFCEF24C4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621961"/>
              </p:ext>
            </p:extLst>
          </p:nvPr>
        </p:nvGraphicFramePr>
        <p:xfrm>
          <a:off x="648930" y="2438400"/>
          <a:ext cx="4944151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31" name="Picture 7" descr="You Know It's Fake News; It Still ...">
            <a:extLst>
              <a:ext uri="{FF2B5EF4-FFF2-40B4-BE49-F238E27FC236}">
                <a16:creationId xmlns:a16="http://schemas.microsoft.com/office/drawing/2014/main" id="{0360C5AF-DF1E-43F6-8BA5-F0D1570CB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373" y="484631"/>
            <a:ext cx="5130203" cy="573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30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9C711-F9F4-3011-3C3F-575541B8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Problem Statement</a:t>
            </a:r>
            <a:endParaRPr lang="en-PK">
              <a:solidFill>
                <a:srgbClr val="EBEBEB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8253AA08-E672-4F25-C617-8E86A18E5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44002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429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541CD5-D7AC-4686-8783-CF5D1D4F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"/>
            <a:ext cx="12191695" cy="685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0420923D-0C6E-4656-9A01-EE9FB6345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87058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04D0A95-DEAA-4B8D-A340-BEC3A5DBC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05" y="4065581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07852-FFAB-3866-87B9-11AC256B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53" y="4885339"/>
            <a:ext cx="10968294" cy="123708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Objectives</a:t>
            </a:r>
            <a:endParaRPr lang="en-PK">
              <a:solidFill>
                <a:srgbClr val="EBEBEB"/>
              </a:solidFill>
            </a:endParaRP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3E5F400D-FE1C-657A-78BB-80EA845CE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477121"/>
              </p:ext>
            </p:extLst>
          </p:nvPr>
        </p:nvGraphicFramePr>
        <p:xfrm>
          <a:off x="646113" y="593387"/>
          <a:ext cx="10901362" cy="3383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6534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CB2F5-7284-427B-FCA0-B0C8D64A3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5" b="6156"/>
          <a:stretch>
            <a:fillRect/>
          </a:stretch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FCF64316-D948-F118-8AB9-1045A55AAB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928" r="-2" b="-2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3849D4-A84B-45F4-A8D6-4D968B70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Dataset</a:t>
            </a:r>
            <a:endParaRPr lang="en-PK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9529BE3D-CED3-E307-BF68-88FBDE956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460908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446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9077-339C-FD36-FACB-C474F612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Data Preprocessing</a:t>
            </a:r>
            <a:endParaRPr lang="en-P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31B4ACD-679E-7B9E-0A90-762DBB189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731123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13F380C-5621-234B-74AF-9D4D871A16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10" y="1094282"/>
            <a:ext cx="7943253" cy="10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5AB2-CA98-FB52-E987-881FC5F7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/>
              <a:t>Feature Extraction (TF-IDF)</a:t>
            </a:r>
            <a:endParaRPr lang="en-PK"/>
          </a:p>
        </p:txBody>
      </p:sp>
      <p:pic>
        <p:nvPicPr>
          <p:cNvPr id="7" name="Picture 6" descr="A bar graph with blue lines&#10;&#10;AI-generated content may be incorrect.">
            <a:extLst>
              <a:ext uri="{FF2B5EF4-FFF2-40B4-BE49-F238E27FC236}">
                <a16:creationId xmlns:a16="http://schemas.microsoft.com/office/drawing/2014/main" id="{1AE99A1F-C6AF-C0AA-667C-1058F9323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112760"/>
            <a:ext cx="5451627" cy="407509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121A4061-0E02-CEEE-59B9-F5B9AB095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349796"/>
              </p:ext>
            </p:extLst>
          </p:nvPr>
        </p:nvGraphicFramePr>
        <p:xfrm>
          <a:off x="1103311" y="2052214"/>
          <a:ext cx="4338409" cy="419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5844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D371-032F-62B5-A503-56A276D0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8" y="629266"/>
            <a:ext cx="4802031" cy="1641986"/>
          </a:xfrm>
        </p:spPr>
        <p:txBody>
          <a:bodyPr>
            <a:normAutofit/>
          </a:bodyPr>
          <a:lstStyle/>
          <a:p>
            <a:r>
              <a:rPr lang="en-US"/>
              <a:t>Model Selection</a:t>
            </a:r>
            <a:endParaRPr lang="en-PK"/>
          </a:p>
        </p:txBody>
      </p:sp>
      <p:pic>
        <p:nvPicPr>
          <p:cNvPr id="7" name="Picture 6" descr="A diagram of orange and blue dots&#10;&#10;AI-generated content may be incorrect.">
            <a:extLst>
              <a:ext uri="{FF2B5EF4-FFF2-40B4-BE49-F238E27FC236}">
                <a16:creationId xmlns:a16="http://schemas.microsoft.com/office/drawing/2014/main" id="{91A347BE-56C7-45CA-CF2D-096F6CA2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30" r="12100" b="2"/>
          <a:stretch>
            <a:fillRect/>
          </a:stretch>
        </p:blipFill>
        <p:spPr>
          <a:xfrm>
            <a:off x="6100398" y="10"/>
            <a:ext cx="60944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95DDCFA-D3DE-4CEB-8AFF-C6501187E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5E2E4A8-E53E-0CE8-2518-4A5C61ABF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990960"/>
              </p:ext>
            </p:extLst>
          </p:nvPr>
        </p:nvGraphicFramePr>
        <p:xfrm>
          <a:off x="650668" y="2438400"/>
          <a:ext cx="4802031" cy="380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8338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144A11D1-6963-485E-86DE-760B07434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4465D-07BA-868E-F55B-6B37CC12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Model Training</a:t>
            </a:r>
            <a:endParaRPr lang="en-PK" sz="4800">
              <a:solidFill>
                <a:srgbClr val="EBEBEB"/>
              </a:solidFill>
            </a:endParaRPr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93BDF132-E4EF-4CB3-9A12-1EB75E159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8" name="Freeform: Shape 57">
            <a:extLst>
              <a:ext uri="{FF2B5EF4-FFF2-40B4-BE49-F238E27FC236}">
                <a16:creationId xmlns:a16="http://schemas.microsoft.com/office/drawing/2014/main" id="{F8486D32-0A56-4407-A9D1-7AFC16946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73FE0C2-11C7-466D-B4BA-0330484CD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17FF6CC-50A5-73F8-E207-3675EA3CF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2" y="4267831"/>
            <a:ext cx="6076053" cy="1955990"/>
          </a:xfrm>
          <a:prstGeom prst="rect">
            <a:avLst/>
          </a:prstGeom>
          <a:effectLst/>
        </p:spPr>
      </p:pic>
      <p:graphicFrame>
        <p:nvGraphicFramePr>
          <p:cNvPr id="60" name="Rectangle 1">
            <a:extLst>
              <a:ext uri="{FF2B5EF4-FFF2-40B4-BE49-F238E27FC236}">
                <a16:creationId xmlns:a16="http://schemas.microsoft.com/office/drawing/2014/main" id="{8F78ADDE-FC2F-4A09-30A3-7CF5EA343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172313"/>
              </p:ext>
            </p:extLst>
          </p:nvPr>
        </p:nvGraphicFramePr>
        <p:xfrm>
          <a:off x="5048452" y="1410458"/>
          <a:ext cx="6495847" cy="2589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5664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BB80D-8040-8F67-A852-48B0054B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542503"/>
            <a:ext cx="9184606" cy="1179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7580-89BF-AB7A-5F2F-F8436DCF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16" y="5722373"/>
            <a:ext cx="9184605" cy="5233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>
                <a:solidFill>
                  <a:schemeClr val="bg2">
                    <a:lumMod val="40000"/>
                    <a:lumOff val="60000"/>
                  </a:schemeClr>
                </a:solidFill>
              </a:rPr>
              <a:t>Metrics: Accuracy, Precision, Recall, F1-score, Support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EE3EB15-1A9B-0BEF-E565-AC801D7F41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67"/>
          <a:stretch>
            <a:fillRect/>
          </a:stretch>
        </p:blipFill>
        <p:spPr>
          <a:xfrm>
            <a:off x="635458" y="640080"/>
            <a:ext cx="9186063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125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0334-0E86-1F4A-2F40-3BAA5183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  <a:endParaRPr lang="en-P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4DFC741-1E80-56DB-D89C-93359FC8A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549259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2226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C80C8-B1DF-9686-3298-6D588E66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2F2F2"/>
                </a:solidFill>
              </a:rPr>
              <a:t>Solution</a:t>
            </a:r>
            <a:endParaRPr lang="en-PK" sz="3200" dirty="0">
              <a:solidFill>
                <a:srgbClr val="F2F2F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DC21E647-DEDA-9CB3-E6F8-CCC6D1194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07541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0283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9D2A-189C-18B8-7F52-66E11696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Visualization:</a:t>
            </a:r>
            <a:endParaRPr lang="en-PK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6A66EF2-A13D-4CC3-0151-770A5F81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407" y="4459572"/>
            <a:ext cx="5191593" cy="2398428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8A604269-5B93-7A27-4494-2511814B6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248"/>
            <a:ext cx="7000407" cy="500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78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367</TotalTime>
  <Words>327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Neue Haas Grotesk Text Pro</vt:lpstr>
      <vt:lpstr>Wingdings 3</vt:lpstr>
      <vt:lpstr>Ion</vt:lpstr>
      <vt:lpstr>Fake News Detection Using Support Vector Machine (SVM)</vt:lpstr>
      <vt:lpstr>Introduction</vt:lpstr>
      <vt:lpstr>Problem Statement</vt:lpstr>
      <vt:lpstr>Objectives</vt:lpstr>
      <vt:lpstr>PowerPoint Presentation</vt:lpstr>
      <vt:lpstr>Dataset</vt:lpstr>
      <vt:lpstr>Data Preprocessing</vt:lpstr>
      <vt:lpstr>Feature Extraction (TF-IDF)</vt:lpstr>
      <vt:lpstr>Model Selection</vt:lpstr>
      <vt:lpstr>Model Training</vt:lpstr>
      <vt:lpstr>Model Evaluation</vt:lpstr>
      <vt:lpstr>Challenges</vt:lpstr>
      <vt:lpstr>Solution</vt:lpstr>
      <vt:lpstr>Visualization: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u2024519</dc:creator>
  <cp:lastModifiedBy>u2024519</cp:lastModifiedBy>
  <cp:revision>5</cp:revision>
  <dcterms:created xsi:type="dcterms:W3CDTF">2025-12-16T03:13:56Z</dcterms:created>
  <dcterms:modified xsi:type="dcterms:W3CDTF">2025-12-16T09:21:28Z</dcterms:modified>
</cp:coreProperties>
</file>